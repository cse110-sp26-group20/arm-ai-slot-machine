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Architects Daughter"/>
      <p:regular r:id="rId13"/>
    </p:embeddedFont>
    <p:embeddedFont>
      <p:font typeface="Lato"/>
      <p:regular r:id="rId14"/>
      <p:bold r:id="rId15"/>
      <p:italic r:id="rId16"/>
      <p:boldItalic r:id="rId17"/>
    </p:embeddedFont>
    <p:embeddedFont>
      <p:font typeface="Sora"/>
      <p:regular r:id="rId18"/>
      <p:bold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0" roundtripDataSignature="AMtx7mj1nEk+8EfleugVEDeODV6ydvtx2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ArchitectsDaughter-regular.fntdata"/><Relationship Id="rId12" Type="http://schemas.openxmlformats.org/officeDocument/2006/relationships/slide" Target="slides/slide7.xml"/><Relationship Id="rId15" Type="http://schemas.openxmlformats.org/officeDocument/2006/relationships/font" Target="fonts/Lato-bold.fntdata"/><Relationship Id="rId14" Type="http://schemas.openxmlformats.org/officeDocument/2006/relationships/font" Target="fonts/Lato-regular.fntdata"/><Relationship Id="rId17" Type="http://schemas.openxmlformats.org/officeDocument/2006/relationships/font" Target="fonts/Lato-boldItalic.fntdata"/><Relationship Id="rId16" Type="http://schemas.openxmlformats.org/officeDocument/2006/relationships/font" Target="fonts/Lato-italic.fntdata"/><Relationship Id="rId19" Type="http://schemas.openxmlformats.org/officeDocument/2006/relationships/font" Target="fonts/Sora-bold.fntdata"/><Relationship Id="rId18" Type="http://schemas.openxmlformats.org/officeDocument/2006/relationships/font" Target="fonts/Sora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3" name="Google Shape;48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Cadie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dea1c8f616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3dea1c8f616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Cadie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 quality</a:t>
            </a:r>
            <a:br>
              <a:rPr lang="en"/>
            </a:br>
            <a:r>
              <a:rPr lang="en"/>
              <a:t>Playability - how many features does it have, how easy is it to use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Visuals - how does it look, is it cohesive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Multi-modal features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Quality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 lines of code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Separate files for HTML, CSS and JS (no file is too big)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Comments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Descriptive class names and variable names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dea0403f53_0_7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3dea0403f53_0_7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Iban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Those are 3 random runs that show the variation between each one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Choose the one that had the most unique mechanics, such as ability to change tokens, smooth visuals,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dea0403f53_0_1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3dea0403f53_0_1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Iban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 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Candidate 1, has an option to choose the amount to gamble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Candidate 11, good neon visuals overall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Candidate 13, Terminal Output visual is unique.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Candidate 24, very good animation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Candidate 49, has sound, good looking as well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Used these features to develop our </a:t>
            </a:r>
            <a:r>
              <a:rPr lang="en"/>
              <a:t>refinement</a:t>
            </a:r>
            <a:r>
              <a:rPr lang="en"/>
              <a:t> prompt 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3dea0403f53_0_15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1" name="Google Shape;531;g3dea0403f53_0_15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Abas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3dea0403f53_0_18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" name="Google Shape;540;g3dea0403f53_0_18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Iban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we choose our final candidate: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candidates had glaring issues with audio and animations. We decided to focus our final refinement on improvements rather than fixes.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dea1c8f616_2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Google Shape;546;g3dea1c8f616_2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Abas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53"/>
          <p:cNvSpPr txBox="1"/>
          <p:nvPr>
            <p:ph type="ctrTitle"/>
          </p:nvPr>
        </p:nvSpPr>
        <p:spPr>
          <a:xfrm>
            <a:off x="4157700" y="1061225"/>
            <a:ext cx="4260000" cy="1750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53"/>
          <p:cNvSpPr txBox="1"/>
          <p:nvPr>
            <p:ph idx="1" type="subTitle"/>
          </p:nvPr>
        </p:nvSpPr>
        <p:spPr>
          <a:xfrm>
            <a:off x="4157700" y="2997200"/>
            <a:ext cx="4260000" cy="365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5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11" name="Google Shape;11;p53"/>
          <p:cNvGrpSpPr/>
          <p:nvPr/>
        </p:nvGrpSpPr>
        <p:grpSpPr>
          <a:xfrm>
            <a:off x="-709225" y="2020450"/>
            <a:ext cx="10403925" cy="4250875"/>
            <a:chOff x="-709225" y="2020450"/>
            <a:chExt cx="10403925" cy="4250875"/>
          </a:xfrm>
        </p:grpSpPr>
        <p:grpSp>
          <p:nvGrpSpPr>
            <p:cNvPr id="12" name="Google Shape;12;p53"/>
            <p:cNvGrpSpPr/>
            <p:nvPr/>
          </p:nvGrpSpPr>
          <p:grpSpPr>
            <a:xfrm>
              <a:off x="176175" y="2459300"/>
              <a:ext cx="418425" cy="3812025"/>
              <a:chOff x="176175" y="2459300"/>
              <a:chExt cx="418425" cy="3812025"/>
            </a:xfrm>
          </p:grpSpPr>
          <p:cxnSp>
            <p:nvCxnSpPr>
              <p:cNvPr id="13" name="Google Shape;13;p53"/>
              <p:cNvCxnSpPr/>
              <p:nvPr/>
            </p:nvCxnSpPr>
            <p:spPr>
              <a:xfrm flipH="1" rot="5400000">
                <a:off x="-1093800" y="3815900"/>
                <a:ext cx="3045000" cy="3318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med" w="med" type="oval"/>
              </a:ln>
            </p:spPr>
          </p:cxnSp>
          <p:cxnSp>
            <p:nvCxnSpPr>
              <p:cNvPr id="14" name="Google Shape;14;p53"/>
              <p:cNvCxnSpPr/>
              <p:nvPr/>
            </p:nvCxnSpPr>
            <p:spPr>
              <a:xfrm flipH="1" rot="5400000">
                <a:off x="-1327875" y="4449875"/>
                <a:ext cx="3325500" cy="317400"/>
              </a:xfrm>
              <a:prstGeom prst="bentConnector3">
                <a:avLst>
                  <a:gd fmla="val 64575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med" w="med" type="oval"/>
              </a:ln>
            </p:spPr>
          </p:cxnSp>
        </p:grpSp>
        <p:grpSp>
          <p:nvGrpSpPr>
            <p:cNvPr id="15" name="Google Shape;15;p53"/>
            <p:cNvGrpSpPr/>
            <p:nvPr/>
          </p:nvGrpSpPr>
          <p:grpSpPr>
            <a:xfrm>
              <a:off x="-709225" y="4185350"/>
              <a:ext cx="7895400" cy="1976375"/>
              <a:chOff x="-709225" y="4185350"/>
              <a:chExt cx="7895400" cy="1976375"/>
            </a:xfrm>
          </p:grpSpPr>
          <p:cxnSp>
            <p:nvCxnSpPr>
              <p:cNvPr id="16" name="Google Shape;16;p53"/>
              <p:cNvCxnSpPr/>
              <p:nvPr/>
            </p:nvCxnSpPr>
            <p:spPr>
              <a:xfrm flipH="1" rot="10800000">
                <a:off x="-709225" y="4185350"/>
                <a:ext cx="7895400" cy="1147500"/>
              </a:xfrm>
              <a:prstGeom prst="bentConnector3">
                <a:avLst>
                  <a:gd fmla="val 71221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med" w="med" type="oval"/>
              </a:ln>
            </p:spPr>
          </p:cxnSp>
          <p:cxnSp>
            <p:nvCxnSpPr>
              <p:cNvPr id="17" name="Google Shape;17;p53"/>
              <p:cNvCxnSpPr/>
              <p:nvPr/>
            </p:nvCxnSpPr>
            <p:spPr>
              <a:xfrm flipH="1" rot="10800000">
                <a:off x="2953025" y="4367125"/>
                <a:ext cx="3567000" cy="17946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med" w="med" type="oval"/>
              </a:ln>
            </p:spPr>
          </p:cxnSp>
        </p:grpSp>
        <p:grpSp>
          <p:nvGrpSpPr>
            <p:cNvPr id="18" name="Google Shape;18;p53"/>
            <p:cNvGrpSpPr/>
            <p:nvPr/>
          </p:nvGrpSpPr>
          <p:grpSpPr>
            <a:xfrm>
              <a:off x="8417700" y="2020450"/>
              <a:ext cx="1277000" cy="2568900"/>
              <a:chOff x="8417700" y="2020450"/>
              <a:chExt cx="1277000" cy="2568900"/>
            </a:xfrm>
          </p:grpSpPr>
          <p:cxnSp>
            <p:nvCxnSpPr>
              <p:cNvPr id="19" name="Google Shape;19;p53"/>
              <p:cNvCxnSpPr/>
              <p:nvPr/>
            </p:nvCxnSpPr>
            <p:spPr>
              <a:xfrm rot="5400000">
                <a:off x="7933150" y="2965750"/>
                <a:ext cx="2568900" cy="678300"/>
              </a:xfrm>
              <a:prstGeom prst="bentConnector3">
                <a:avLst>
                  <a:gd fmla="val 4494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med" w="med" type="oval"/>
              </a:ln>
            </p:spPr>
          </p:cxnSp>
          <p:cxnSp>
            <p:nvCxnSpPr>
              <p:cNvPr id="20" name="Google Shape;20;p53"/>
              <p:cNvCxnSpPr/>
              <p:nvPr/>
            </p:nvCxnSpPr>
            <p:spPr>
              <a:xfrm>
                <a:off x="8417700" y="3180050"/>
                <a:ext cx="359700" cy="1051800"/>
              </a:xfrm>
              <a:prstGeom prst="bentConnector2">
                <a:avLst/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med" w="med" type="oval"/>
              </a:ln>
            </p:spPr>
          </p:cxnSp>
          <p:cxnSp>
            <p:nvCxnSpPr>
              <p:cNvPr id="21" name="Google Shape;21;p53"/>
              <p:cNvCxnSpPr/>
              <p:nvPr/>
            </p:nvCxnSpPr>
            <p:spPr>
              <a:xfrm rot="5400000">
                <a:off x="8288750" y="2779400"/>
                <a:ext cx="2082300" cy="7296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med" w="med" type="oval"/>
              </a:ln>
            </p:spPr>
          </p:cxnSp>
        </p:grpSp>
      </p:grpSp>
      <p:grpSp>
        <p:nvGrpSpPr>
          <p:cNvPr id="22" name="Google Shape;22;p53"/>
          <p:cNvGrpSpPr/>
          <p:nvPr/>
        </p:nvGrpSpPr>
        <p:grpSpPr>
          <a:xfrm>
            <a:off x="84278" y="2240873"/>
            <a:ext cx="8837445" cy="2718104"/>
            <a:chOff x="84278" y="2240873"/>
            <a:chExt cx="8837445" cy="2718104"/>
          </a:xfrm>
        </p:grpSpPr>
        <p:sp>
          <p:nvSpPr>
            <p:cNvPr id="23" name="Google Shape;23;p53"/>
            <p:cNvSpPr/>
            <p:nvPr/>
          </p:nvSpPr>
          <p:spPr>
            <a:xfrm>
              <a:off x="84278" y="2240873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53"/>
            <p:cNvSpPr/>
            <p:nvPr/>
          </p:nvSpPr>
          <p:spPr>
            <a:xfrm>
              <a:off x="8777403" y="4814673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7" name="Google Shape;27;p54"/>
          <p:cNvSpPr txBox="1"/>
          <p:nvPr>
            <p:ph idx="1" type="body"/>
          </p:nvPr>
        </p:nvSpPr>
        <p:spPr>
          <a:xfrm>
            <a:off x="720000" y="1215751"/>
            <a:ext cx="77040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alphaLcPeriod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romanLcPeriod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arabicPeriod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alphaLcPeriod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romanLcPeriod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arabicPeriod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alphaLcPeriod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romanLcPeriod"/>
              <a:defRPr/>
            </a:lvl9pPr>
          </a:lstStyle>
          <a:p/>
        </p:txBody>
      </p:sp>
      <p:cxnSp>
        <p:nvCxnSpPr>
          <p:cNvPr id="28" name="Google Shape;28;p54"/>
          <p:cNvCxnSpPr/>
          <p:nvPr/>
        </p:nvCxnSpPr>
        <p:spPr>
          <a:xfrm flipH="1" rot="-5400000">
            <a:off x="-1741502" y="1903025"/>
            <a:ext cx="4581000" cy="342000"/>
          </a:xfrm>
          <a:prstGeom prst="bentConnector2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med" w="med" type="oval"/>
          </a:ln>
        </p:spPr>
      </p:cxnSp>
      <p:grpSp>
        <p:nvGrpSpPr>
          <p:cNvPr id="29" name="Google Shape;29;p54"/>
          <p:cNvGrpSpPr/>
          <p:nvPr/>
        </p:nvGrpSpPr>
        <p:grpSpPr>
          <a:xfrm>
            <a:off x="378000" y="4579925"/>
            <a:ext cx="7970450" cy="273800"/>
            <a:chOff x="378000" y="4579925"/>
            <a:chExt cx="7970450" cy="273800"/>
          </a:xfrm>
        </p:grpSpPr>
        <p:sp>
          <p:nvSpPr>
            <p:cNvPr id="30" name="Google Shape;30;p54"/>
            <p:cNvSpPr/>
            <p:nvPr/>
          </p:nvSpPr>
          <p:spPr>
            <a:xfrm>
              <a:off x="378000" y="4579925"/>
              <a:ext cx="183600" cy="183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1" name="Google Shape;31;p54"/>
            <p:cNvSpPr/>
            <p:nvPr/>
          </p:nvSpPr>
          <p:spPr>
            <a:xfrm>
              <a:off x="8164850" y="4670125"/>
              <a:ext cx="183600" cy="183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2" name="Google Shape;32;p54"/>
            <p:cNvSpPr/>
            <p:nvPr/>
          </p:nvSpPr>
          <p:spPr>
            <a:xfrm>
              <a:off x="6756550" y="4670125"/>
              <a:ext cx="183600" cy="183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5" name="Google Shape;35;p55"/>
          <p:cNvSpPr txBox="1"/>
          <p:nvPr>
            <p:ph idx="1" type="subTitle"/>
          </p:nvPr>
        </p:nvSpPr>
        <p:spPr>
          <a:xfrm>
            <a:off x="2917223" y="1661100"/>
            <a:ext cx="42405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5"/>
          <p:cNvSpPr txBox="1"/>
          <p:nvPr>
            <p:ph idx="2" type="subTitle"/>
          </p:nvPr>
        </p:nvSpPr>
        <p:spPr>
          <a:xfrm>
            <a:off x="2917223" y="2479450"/>
            <a:ext cx="42405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5"/>
          <p:cNvSpPr txBox="1"/>
          <p:nvPr>
            <p:ph idx="3" type="subTitle"/>
          </p:nvPr>
        </p:nvSpPr>
        <p:spPr>
          <a:xfrm>
            <a:off x="2917223" y="3297775"/>
            <a:ext cx="42405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5"/>
          <p:cNvSpPr txBox="1"/>
          <p:nvPr>
            <p:ph idx="4" type="subTitle"/>
          </p:nvPr>
        </p:nvSpPr>
        <p:spPr>
          <a:xfrm>
            <a:off x="2917223" y="4116100"/>
            <a:ext cx="42405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5"/>
          <p:cNvSpPr txBox="1"/>
          <p:nvPr>
            <p:ph idx="5" type="title"/>
          </p:nvPr>
        </p:nvSpPr>
        <p:spPr>
          <a:xfrm>
            <a:off x="1986273" y="1401350"/>
            <a:ext cx="590400" cy="363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0" name="Google Shape;40;p55"/>
          <p:cNvSpPr txBox="1"/>
          <p:nvPr>
            <p:ph idx="6" type="title"/>
          </p:nvPr>
        </p:nvSpPr>
        <p:spPr>
          <a:xfrm>
            <a:off x="1986273" y="3037983"/>
            <a:ext cx="590400" cy="363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1" name="Google Shape;41;p55"/>
          <p:cNvSpPr txBox="1"/>
          <p:nvPr>
            <p:ph idx="7" type="title"/>
          </p:nvPr>
        </p:nvSpPr>
        <p:spPr>
          <a:xfrm>
            <a:off x="1986273" y="2219667"/>
            <a:ext cx="590400" cy="363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2" name="Google Shape;42;p55"/>
          <p:cNvSpPr txBox="1"/>
          <p:nvPr>
            <p:ph idx="8" type="title"/>
          </p:nvPr>
        </p:nvSpPr>
        <p:spPr>
          <a:xfrm>
            <a:off x="1986273" y="3856300"/>
            <a:ext cx="590400" cy="363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3" name="Google Shape;43;p55"/>
          <p:cNvSpPr txBox="1"/>
          <p:nvPr>
            <p:ph idx="9" type="subTitle"/>
          </p:nvPr>
        </p:nvSpPr>
        <p:spPr>
          <a:xfrm>
            <a:off x="2917223" y="1401350"/>
            <a:ext cx="42405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4" name="Google Shape;44;p55"/>
          <p:cNvSpPr txBox="1"/>
          <p:nvPr>
            <p:ph idx="13" type="subTitle"/>
          </p:nvPr>
        </p:nvSpPr>
        <p:spPr>
          <a:xfrm>
            <a:off x="2917227" y="2219700"/>
            <a:ext cx="42405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" name="Google Shape;45;p55"/>
          <p:cNvSpPr txBox="1"/>
          <p:nvPr>
            <p:ph idx="14" type="subTitle"/>
          </p:nvPr>
        </p:nvSpPr>
        <p:spPr>
          <a:xfrm>
            <a:off x="2917223" y="3037976"/>
            <a:ext cx="42405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6" name="Google Shape;46;p55"/>
          <p:cNvSpPr txBox="1"/>
          <p:nvPr>
            <p:ph idx="15" type="subTitle"/>
          </p:nvPr>
        </p:nvSpPr>
        <p:spPr>
          <a:xfrm>
            <a:off x="2917227" y="3856301"/>
            <a:ext cx="42405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47" name="Google Shape;47;p55"/>
          <p:cNvGrpSpPr/>
          <p:nvPr/>
        </p:nvGrpSpPr>
        <p:grpSpPr>
          <a:xfrm>
            <a:off x="8113600" y="227500"/>
            <a:ext cx="882599" cy="403555"/>
            <a:chOff x="7884075" y="238975"/>
            <a:chExt cx="882599" cy="403555"/>
          </a:xfrm>
        </p:grpSpPr>
        <p:sp>
          <p:nvSpPr>
            <p:cNvPr id="48" name="Google Shape;48;p55"/>
            <p:cNvSpPr/>
            <p:nvPr/>
          </p:nvSpPr>
          <p:spPr>
            <a:xfrm>
              <a:off x="8255437" y="436475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55"/>
            <p:cNvSpPr/>
            <p:nvPr/>
          </p:nvSpPr>
          <p:spPr>
            <a:xfrm>
              <a:off x="7884075" y="238975"/>
              <a:ext cx="139874" cy="13987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55"/>
            <p:cNvSpPr/>
            <p:nvPr/>
          </p:nvSpPr>
          <p:spPr>
            <a:xfrm>
              <a:off x="8626800" y="378850"/>
              <a:ext cx="139874" cy="13987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" name="Google Shape;51;p55"/>
          <p:cNvGrpSpPr/>
          <p:nvPr/>
        </p:nvGrpSpPr>
        <p:grpSpPr>
          <a:xfrm>
            <a:off x="378100" y="-216500"/>
            <a:ext cx="8131200" cy="5239200"/>
            <a:chOff x="378100" y="-216500"/>
            <a:chExt cx="8131200" cy="5239200"/>
          </a:xfrm>
        </p:grpSpPr>
        <p:cxnSp>
          <p:nvCxnSpPr>
            <p:cNvPr id="52" name="Google Shape;52;p55"/>
            <p:cNvCxnSpPr/>
            <p:nvPr/>
          </p:nvCxnSpPr>
          <p:spPr>
            <a:xfrm>
              <a:off x="378100" y="-216500"/>
              <a:ext cx="7978800" cy="5086800"/>
            </a:xfrm>
            <a:prstGeom prst="bentConnector3">
              <a:avLst>
                <a:gd fmla="val -97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53" name="Google Shape;53;p55"/>
            <p:cNvCxnSpPr/>
            <p:nvPr/>
          </p:nvCxnSpPr>
          <p:spPr>
            <a:xfrm>
              <a:off x="530500" y="-64100"/>
              <a:ext cx="7978800" cy="5086800"/>
            </a:xfrm>
            <a:prstGeom prst="bentConnector3">
              <a:avLst>
                <a:gd fmla="val -97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6"/>
          <p:cNvSpPr txBox="1"/>
          <p:nvPr>
            <p:ph type="title"/>
          </p:nvPr>
        </p:nvSpPr>
        <p:spPr>
          <a:xfrm>
            <a:off x="720000" y="2303250"/>
            <a:ext cx="40449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6" name="Google Shape;56;p56"/>
          <p:cNvSpPr txBox="1"/>
          <p:nvPr>
            <p:ph idx="2" type="title"/>
          </p:nvPr>
        </p:nvSpPr>
        <p:spPr>
          <a:xfrm>
            <a:off x="3249975" y="1014475"/>
            <a:ext cx="1411800" cy="899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57" name="Google Shape;57;p56"/>
          <p:cNvSpPr txBox="1"/>
          <p:nvPr>
            <p:ph idx="1" type="subTitle"/>
          </p:nvPr>
        </p:nvSpPr>
        <p:spPr>
          <a:xfrm>
            <a:off x="720000" y="3311500"/>
            <a:ext cx="4044900" cy="365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5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58" name="Google Shape;58;p56"/>
          <p:cNvGrpSpPr/>
          <p:nvPr/>
        </p:nvGrpSpPr>
        <p:grpSpPr>
          <a:xfrm>
            <a:off x="140000" y="188300"/>
            <a:ext cx="580000" cy="6094500"/>
            <a:chOff x="140000" y="188300"/>
            <a:chExt cx="580000" cy="6094500"/>
          </a:xfrm>
        </p:grpSpPr>
        <p:cxnSp>
          <p:nvCxnSpPr>
            <p:cNvPr id="59" name="Google Shape;59;p56"/>
            <p:cNvCxnSpPr/>
            <p:nvPr/>
          </p:nvCxnSpPr>
          <p:spPr>
            <a:xfrm rot="-5400000">
              <a:off x="-522000" y="4271050"/>
              <a:ext cx="2018700" cy="465300"/>
            </a:xfrm>
            <a:prstGeom prst="bentConnector2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60" name="Google Shape;60;p56"/>
            <p:cNvCxnSpPr/>
            <p:nvPr/>
          </p:nvCxnSpPr>
          <p:spPr>
            <a:xfrm rot="-5400000">
              <a:off x="-2575525" y="3200000"/>
              <a:ext cx="6094500" cy="711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61" name="Google Shape;61;p56"/>
            <p:cNvCxnSpPr/>
            <p:nvPr/>
          </p:nvCxnSpPr>
          <p:spPr>
            <a:xfrm rot="-5400000">
              <a:off x="-1584400" y="3258800"/>
              <a:ext cx="3657300" cy="2085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7"/>
          <p:cNvSpPr txBox="1"/>
          <p:nvPr>
            <p:ph type="title"/>
          </p:nvPr>
        </p:nvSpPr>
        <p:spPr>
          <a:xfrm>
            <a:off x="2223600" y="748174"/>
            <a:ext cx="4696800" cy="656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4" name="Google Shape;64;p57"/>
          <p:cNvSpPr txBox="1"/>
          <p:nvPr>
            <p:ph idx="1" type="subTitle"/>
          </p:nvPr>
        </p:nvSpPr>
        <p:spPr>
          <a:xfrm>
            <a:off x="2223600" y="1441695"/>
            <a:ext cx="4696800" cy="365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accent5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5" name="Google Shape;65;p57"/>
          <p:cNvSpPr txBox="1"/>
          <p:nvPr>
            <p:ph idx="2" type="title"/>
          </p:nvPr>
        </p:nvSpPr>
        <p:spPr>
          <a:xfrm>
            <a:off x="2223600" y="2044979"/>
            <a:ext cx="4696800" cy="65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" name="Google Shape;66;p57"/>
          <p:cNvSpPr txBox="1"/>
          <p:nvPr>
            <p:ph idx="3" type="subTitle"/>
          </p:nvPr>
        </p:nvSpPr>
        <p:spPr>
          <a:xfrm>
            <a:off x="2223600" y="2740391"/>
            <a:ext cx="4696800" cy="365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accent5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7" name="Google Shape;67;p57"/>
          <p:cNvSpPr txBox="1"/>
          <p:nvPr>
            <p:ph idx="4" type="title"/>
          </p:nvPr>
        </p:nvSpPr>
        <p:spPr>
          <a:xfrm>
            <a:off x="2223600" y="3343583"/>
            <a:ext cx="4696800" cy="65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" name="Google Shape;68;p57"/>
          <p:cNvSpPr txBox="1"/>
          <p:nvPr>
            <p:ph idx="5" type="subTitle"/>
          </p:nvPr>
        </p:nvSpPr>
        <p:spPr>
          <a:xfrm>
            <a:off x="2223600" y="4039087"/>
            <a:ext cx="4696800" cy="365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accent5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69" name="Google Shape;69;p57"/>
          <p:cNvGrpSpPr/>
          <p:nvPr/>
        </p:nvGrpSpPr>
        <p:grpSpPr>
          <a:xfrm>
            <a:off x="269722" y="1778"/>
            <a:ext cx="8607902" cy="5090199"/>
            <a:chOff x="269722" y="1778"/>
            <a:chExt cx="8607902" cy="5090199"/>
          </a:xfrm>
        </p:grpSpPr>
        <p:grpSp>
          <p:nvGrpSpPr>
            <p:cNvPr id="70" name="Google Shape;70;p57"/>
            <p:cNvGrpSpPr/>
            <p:nvPr/>
          </p:nvGrpSpPr>
          <p:grpSpPr>
            <a:xfrm rot="-5400000">
              <a:off x="8120892" y="4335245"/>
              <a:ext cx="595437" cy="918027"/>
              <a:chOff x="7884075" y="238975"/>
              <a:chExt cx="595437" cy="918027"/>
            </a:xfrm>
          </p:grpSpPr>
          <p:sp>
            <p:nvSpPr>
              <p:cNvPr id="71" name="Google Shape;71;p57"/>
              <p:cNvSpPr/>
              <p:nvPr/>
            </p:nvSpPr>
            <p:spPr>
              <a:xfrm>
                <a:off x="7884075" y="238975"/>
                <a:ext cx="139874" cy="139874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" name="Google Shape;72;p57"/>
              <p:cNvSpPr/>
              <p:nvPr/>
            </p:nvSpPr>
            <p:spPr>
              <a:xfrm>
                <a:off x="8255441" y="918206"/>
                <a:ext cx="224071" cy="238796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3" name="Google Shape;73;p57"/>
            <p:cNvGrpSpPr/>
            <p:nvPr/>
          </p:nvGrpSpPr>
          <p:grpSpPr>
            <a:xfrm rot="-5400000">
              <a:off x="816778" y="-545278"/>
              <a:ext cx="511237" cy="1605349"/>
              <a:chOff x="8255437" y="378850"/>
              <a:chExt cx="511237" cy="1605349"/>
            </a:xfrm>
          </p:grpSpPr>
          <p:sp>
            <p:nvSpPr>
              <p:cNvPr id="74" name="Google Shape;74;p57"/>
              <p:cNvSpPr/>
              <p:nvPr/>
            </p:nvSpPr>
            <p:spPr>
              <a:xfrm>
                <a:off x="8255437" y="436475"/>
                <a:ext cx="206055" cy="206055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" name="Google Shape;75;p57"/>
              <p:cNvSpPr/>
              <p:nvPr/>
            </p:nvSpPr>
            <p:spPr>
              <a:xfrm>
                <a:off x="8288525" y="1844325"/>
                <a:ext cx="139874" cy="139874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" name="Google Shape;76;p57"/>
              <p:cNvSpPr/>
              <p:nvPr/>
            </p:nvSpPr>
            <p:spPr>
              <a:xfrm>
                <a:off x="8626800" y="378850"/>
                <a:ext cx="139874" cy="139874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ONE_COLUMN_TEXT_1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9" name="Google Shape;79;p58"/>
          <p:cNvSpPr txBox="1"/>
          <p:nvPr>
            <p:ph idx="1" type="subTitle"/>
          </p:nvPr>
        </p:nvSpPr>
        <p:spPr>
          <a:xfrm>
            <a:off x="4827974" y="1602925"/>
            <a:ext cx="3318600" cy="19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58"/>
          <p:cNvSpPr txBox="1"/>
          <p:nvPr>
            <p:ph idx="2" type="subTitle"/>
          </p:nvPr>
        </p:nvSpPr>
        <p:spPr>
          <a:xfrm>
            <a:off x="997425" y="1602925"/>
            <a:ext cx="3318600" cy="19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81" name="Google Shape;81;p58"/>
          <p:cNvGrpSpPr/>
          <p:nvPr/>
        </p:nvGrpSpPr>
        <p:grpSpPr>
          <a:xfrm>
            <a:off x="-320650" y="-762725"/>
            <a:ext cx="9327075" cy="7125850"/>
            <a:chOff x="-320650" y="-762725"/>
            <a:chExt cx="9327075" cy="7125850"/>
          </a:xfrm>
        </p:grpSpPr>
        <p:cxnSp>
          <p:nvCxnSpPr>
            <p:cNvPr id="82" name="Google Shape;82;p58"/>
            <p:cNvCxnSpPr/>
            <p:nvPr/>
          </p:nvCxnSpPr>
          <p:spPr>
            <a:xfrm flipH="1" rot="-5400000">
              <a:off x="6857075" y="1775500"/>
              <a:ext cx="4097100" cy="1878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83" name="Google Shape;83;p58"/>
            <p:cNvCxnSpPr/>
            <p:nvPr/>
          </p:nvCxnSpPr>
          <p:spPr>
            <a:xfrm flipH="1" rot="10800000">
              <a:off x="667900" y="4271400"/>
              <a:ext cx="2765700" cy="9639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84" name="Google Shape;84;p58"/>
            <p:cNvCxnSpPr/>
            <p:nvPr/>
          </p:nvCxnSpPr>
          <p:spPr>
            <a:xfrm flipH="1" rot="5400000">
              <a:off x="7318025" y="3907700"/>
              <a:ext cx="3045000" cy="3318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85" name="Google Shape;85;p58"/>
            <p:cNvCxnSpPr/>
            <p:nvPr/>
          </p:nvCxnSpPr>
          <p:spPr>
            <a:xfrm flipH="1" rot="5400000">
              <a:off x="7083950" y="4541675"/>
              <a:ext cx="3325500" cy="317400"/>
            </a:xfrm>
            <a:prstGeom prst="bentConnector3">
              <a:avLst>
                <a:gd fmla="val 64575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86" name="Google Shape;86;p58"/>
            <p:cNvCxnSpPr/>
            <p:nvPr/>
          </p:nvCxnSpPr>
          <p:spPr>
            <a:xfrm flipH="1" rot="10800000">
              <a:off x="-320650" y="4087825"/>
              <a:ext cx="5808300" cy="8787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87" name="Google Shape;87;p58"/>
            <p:cNvCxnSpPr/>
            <p:nvPr/>
          </p:nvCxnSpPr>
          <p:spPr>
            <a:xfrm rot="5400000">
              <a:off x="-237850" y="2225"/>
              <a:ext cx="2082300" cy="729600"/>
            </a:xfrm>
            <a:prstGeom prst="bentConnector3">
              <a:avLst>
                <a:gd fmla="val 43507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88" name="Google Shape;88;p58"/>
            <p:cNvCxnSpPr/>
            <p:nvPr/>
          </p:nvCxnSpPr>
          <p:spPr>
            <a:xfrm rot="5400000">
              <a:off x="-317750" y="-132725"/>
              <a:ext cx="1866600" cy="6066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</p:grpSp>
      <p:grpSp>
        <p:nvGrpSpPr>
          <p:cNvPr id="89" name="Google Shape;89;p58"/>
          <p:cNvGrpSpPr/>
          <p:nvPr/>
        </p:nvGrpSpPr>
        <p:grpSpPr>
          <a:xfrm>
            <a:off x="179243" y="1771891"/>
            <a:ext cx="400449" cy="2933145"/>
            <a:chOff x="7553711" y="-2334286"/>
            <a:chExt cx="455625" cy="3337291"/>
          </a:xfrm>
        </p:grpSpPr>
        <p:sp>
          <p:nvSpPr>
            <p:cNvPr id="90" name="Google Shape;90;p58"/>
            <p:cNvSpPr/>
            <p:nvPr/>
          </p:nvSpPr>
          <p:spPr>
            <a:xfrm>
              <a:off x="7728940" y="-1977361"/>
              <a:ext cx="280396" cy="280396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58"/>
            <p:cNvSpPr/>
            <p:nvPr/>
          </p:nvSpPr>
          <p:spPr>
            <a:xfrm>
              <a:off x="7766124" y="796950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58"/>
            <p:cNvSpPr/>
            <p:nvPr/>
          </p:nvSpPr>
          <p:spPr>
            <a:xfrm>
              <a:off x="7553711" y="-2334286"/>
              <a:ext cx="151325" cy="15132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9"/>
          <p:cNvSpPr txBox="1"/>
          <p:nvPr>
            <p:ph type="title"/>
          </p:nvPr>
        </p:nvSpPr>
        <p:spPr>
          <a:xfrm>
            <a:off x="1851163" y="3797875"/>
            <a:ext cx="3233100" cy="365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95" name="Google Shape;95;p59"/>
          <p:cNvSpPr txBox="1"/>
          <p:nvPr>
            <p:ph idx="1" type="subTitle"/>
          </p:nvPr>
        </p:nvSpPr>
        <p:spPr>
          <a:xfrm>
            <a:off x="713225" y="945625"/>
            <a:ext cx="4371300" cy="2741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grpSp>
        <p:nvGrpSpPr>
          <p:cNvPr id="96" name="Google Shape;96;p59"/>
          <p:cNvGrpSpPr/>
          <p:nvPr/>
        </p:nvGrpSpPr>
        <p:grpSpPr>
          <a:xfrm>
            <a:off x="259568" y="1973966"/>
            <a:ext cx="6622142" cy="3013471"/>
            <a:chOff x="7553711" y="-2334286"/>
            <a:chExt cx="7534579" cy="3428684"/>
          </a:xfrm>
        </p:grpSpPr>
        <p:sp>
          <p:nvSpPr>
            <p:cNvPr id="97" name="Google Shape;97;p59"/>
            <p:cNvSpPr/>
            <p:nvPr/>
          </p:nvSpPr>
          <p:spPr>
            <a:xfrm>
              <a:off x="7728940" y="-1977361"/>
              <a:ext cx="280396" cy="280396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59"/>
            <p:cNvSpPr/>
            <p:nvPr/>
          </p:nvSpPr>
          <p:spPr>
            <a:xfrm>
              <a:off x="14882235" y="888343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59"/>
            <p:cNvSpPr/>
            <p:nvPr/>
          </p:nvSpPr>
          <p:spPr>
            <a:xfrm>
              <a:off x="7553711" y="-2334286"/>
              <a:ext cx="151325" cy="15132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0" name="Google Shape;100;p59"/>
          <p:cNvGrpSpPr/>
          <p:nvPr/>
        </p:nvGrpSpPr>
        <p:grpSpPr>
          <a:xfrm>
            <a:off x="458900" y="-674125"/>
            <a:ext cx="10001150" cy="5624875"/>
            <a:chOff x="458900" y="-674125"/>
            <a:chExt cx="10001150" cy="5624875"/>
          </a:xfrm>
        </p:grpSpPr>
        <p:cxnSp>
          <p:nvCxnSpPr>
            <p:cNvPr id="101" name="Google Shape;101;p59"/>
            <p:cNvCxnSpPr/>
            <p:nvPr/>
          </p:nvCxnSpPr>
          <p:spPr>
            <a:xfrm rot="5400000">
              <a:off x="-510550" y="295325"/>
              <a:ext cx="2648100" cy="709200"/>
            </a:xfrm>
            <a:prstGeom prst="bentConnector3">
              <a:avLst>
                <a:gd fmla="val 40711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102" name="Google Shape;102;p59"/>
            <p:cNvCxnSpPr/>
            <p:nvPr/>
          </p:nvCxnSpPr>
          <p:spPr>
            <a:xfrm rot="5400000">
              <a:off x="-358150" y="447725"/>
              <a:ext cx="2648100" cy="709200"/>
            </a:xfrm>
            <a:prstGeom prst="bentConnector3">
              <a:avLst>
                <a:gd fmla="val 40711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103" name="Google Shape;103;p59"/>
            <p:cNvCxnSpPr/>
            <p:nvPr/>
          </p:nvCxnSpPr>
          <p:spPr>
            <a:xfrm flipH="1">
              <a:off x="6956600" y="3734250"/>
              <a:ext cx="3431400" cy="987000"/>
            </a:xfrm>
            <a:prstGeom prst="bentConnector3">
              <a:avLst>
                <a:gd fmla="val 45484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104" name="Google Shape;104;p59"/>
            <p:cNvCxnSpPr/>
            <p:nvPr/>
          </p:nvCxnSpPr>
          <p:spPr>
            <a:xfrm flipH="1">
              <a:off x="7656850" y="3932550"/>
              <a:ext cx="2803200" cy="10182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7" name="Google Shape;107;p60"/>
          <p:cNvSpPr txBox="1"/>
          <p:nvPr>
            <p:ph idx="1" type="subTitle"/>
          </p:nvPr>
        </p:nvSpPr>
        <p:spPr>
          <a:xfrm>
            <a:off x="5040058" y="3057025"/>
            <a:ext cx="2560500" cy="12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08" name="Google Shape;108;p60"/>
          <p:cNvSpPr txBox="1"/>
          <p:nvPr>
            <p:ph idx="2" type="subTitle"/>
          </p:nvPr>
        </p:nvSpPr>
        <p:spPr>
          <a:xfrm>
            <a:off x="1543450" y="3057025"/>
            <a:ext cx="2560500" cy="12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09" name="Google Shape;109;p60"/>
          <p:cNvSpPr txBox="1"/>
          <p:nvPr>
            <p:ph idx="3" type="subTitle"/>
          </p:nvPr>
        </p:nvSpPr>
        <p:spPr>
          <a:xfrm>
            <a:off x="5040058" y="2662226"/>
            <a:ext cx="2560500" cy="41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10" name="Google Shape;110;p60"/>
          <p:cNvSpPr txBox="1"/>
          <p:nvPr>
            <p:ph idx="4" type="subTitle"/>
          </p:nvPr>
        </p:nvSpPr>
        <p:spPr>
          <a:xfrm>
            <a:off x="1543450" y="2662226"/>
            <a:ext cx="2560500" cy="41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111" name="Google Shape;111;p60"/>
          <p:cNvGrpSpPr/>
          <p:nvPr/>
        </p:nvGrpSpPr>
        <p:grpSpPr>
          <a:xfrm>
            <a:off x="65750" y="123192"/>
            <a:ext cx="9078236" cy="5947021"/>
            <a:chOff x="65750" y="123192"/>
            <a:chExt cx="9078236" cy="5947021"/>
          </a:xfrm>
        </p:grpSpPr>
        <p:cxnSp>
          <p:nvCxnSpPr>
            <p:cNvPr id="112" name="Google Shape;112;p60"/>
            <p:cNvCxnSpPr/>
            <p:nvPr/>
          </p:nvCxnSpPr>
          <p:spPr>
            <a:xfrm rot="-5400000">
              <a:off x="6194650" y="2609525"/>
              <a:ext cx="4686900" cy="5463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113" name="Google Shape;113;p60"/>
            <p:cNvCxnSpPr/>
            <p:nvPr/>
          </p:nvCxnSpPr>
          <p:spPr>
            <a:xfrm rot="-5400000">
              <a:off x="6564000" y="2981200"/>
              <a:ext cx="4140000" cy="6066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114" name="Google Shape;114;p60"/>
            <p:cNvCxnSpPr/>
            <p:nvPr/>
          </p:nvCxnSpPr>
          <p:spPr>
            <a:xfrm rot="-5400000">
              <a:off x="-2013300" y="3409838"/>
              <a:ext cx="4697700" cy="3663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115" name="Google Shape;115;p60"/>
            <p:cNvCxnSpPr/>
            <p:nvPr/>
          </p:nvCxnSpPr>
          <p:spPr>
            <a:xfrm rot="-5400000">
              <a:off x="-1700950" y="3696913"/>
              <a:ext cx="4140000" cy="6066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grpSp>
          <p:nvGrpSpPr>
            <p:cNvPr id="116" name="Google Shape;116;p60"/>
            <p:cNvGrpSpPr/>
            <p:nvPr/>
          </p:nvGrpSpPr>
          <p:grpSpPr>
            <a:xfrm>
              <a:off x="244996" y="123192"/>
              <a:ext cx="8898990" cy="3904742"/>
              <a:chOff x="244996" y="123192"/>
              <a:chExt cx="8898990" cy="3904742"/>
            </a:xfrm>
          </p:grpSpPr>
          <p:sp>
            <p:nvSpPr>
              <p:cNvPr id="117" name="Google Shape;117;p60"/>
              <p:cNvSpPr/>
              <p:nvPr/>
            </p:nvSpPr>
            <p:spPr>
              <a:xfrm>
                <a:off x="8307552" y="123192"/>
                <a:ext cx="246441" cy="246441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" name="Google Shape;118;p60"/>
              <p:cNvSpPr/>
              <p:nvPr/>
            </p:nvSpPr>
            <p:spPr>
              <a:xfrm>
                <a:off x="8554009" y="836635"/>
                <a:ext cx="181108" cy="181108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" name="Google Shape;119;p60"/>
              <p:cNvSpPr/>
              <p:nvPr/>
            </p:nvSpPr>
            <p:spPr>
              <a:xfrm>
                <a:off x="9010993" y="3894941"/>
                <a:ext cx="132993" cy="132993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" name="Google Shape;120;p60"/>
              <p:cNvSpPr/>
              <p:nvPr/>
            </p:nvSpPr>
            <p:spPr>
              <a:xfrm>
                <a:off x="244996" y="1750985"/>
                <a:ext cx="181108" cy="181108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1"/>
          <p:cNvSpPr txBox="1"/>
          <p:nvPr>
            <p:ph idx="1" type="subTitle"/>
          </p:nvPr>
        </p:nvSpPr>
        <p:spPr>
          <a:xfrm>
            <a:off x="937700" y="3138773"/>
            <a:ext cx="21753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61"/>
          <p:cNvSpPr txBox="1"/>
          <p:nvPr>
            <p:ph idx="2" type="subTitle"/>
          </p:nvPr>
        </p:nvSpPr>
        <p:spPr>
          <a:xfrm>
            <a:off x="3484422" y="3138773"/>
            <a:ext cx="21753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61"/>
          <p:cNvSpPr txBox="1"/>
          <p:nvPr>
            <p:ph idx="3" type="subTitle"/>
          </p:nvPr>
        </p:nvSpPr>
        <p:spPr>
          <a:xfrm>
            <a:off x="6031150" y="3138773"/>
            <a:ext cx="21753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6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6" name="Google Shape;126;p61"/>
          <p:cNvSpPr txBox="1"/>
          <p:nvPr>
            <p:ph idx="4" type="subTitle"/>
          </p:nvPr>
        </p:nvSpPr>
        <p:spPr>
          <a:xfrm>
            <a:off x="937700" y="2828225"/>
            <a:ext cx="21753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27" name="Google Shape;127;p61"/>
          <p:cNvSpPr txBox="1"/>
          <p:nvPr>
            <p:ph idx="5" type="subTitle"/>
          </p:nvPr>
        </p:nvSpPr>
        <p:spPr>
          <a:xfrm>
            <a:off x="3484422" y="2828225"/>
            <a:ext cx="21753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28" name="Google Shape;128;p61"/>
          <p:cNvSpPr txBox="1"/>
          <p:nvPr>
            <p:ph idx="6" type="subTitle"/>
          </p:nvPr>
        </p:nvSpPr>
        <p:spPr>
          <a:xfrm>
            <a:off x="6031150" y="2828225"/>
            <a:ext cx="21753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129" name="Google Shape;129;p61"/>
          <p:cNvGrpSpPr/>
          <p:nvPr/>
        </p:nvGrpSpPr>
        <p:grpSpPr>
          <a:xfrm>
            <a:off x="4047014" y="42573"/>
            <a:ext cx="4967892" cy="427564"/>
            <a:chOff x="4047014" y="42573"/>
            <a:chExt cx="4967892" cy="427564"/>
          </a:xfrm>
        </p:grpSpPr>
        <p:sp>
          <p:nvSpPr>
            <p:cNvPr id="130" name="Google Shape;130;p61"/>
            <p:cNvSpPr/>
            <p:nvPr/>
          </p:nvSpPr>
          <p:spPr>
            <a:xfrm rot="-5400000">
              <a:off x="4047014" y="223696"/>
              <a:ext cx="246441" cy="246441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61"/>
            <p:cNvSpPr/>
            <p:nvPr/>
          </p:nvSpPr>
          <p:spPr>
            <a:xfrm rot="-5400000">
              <a:off x="5047357" y="42573"/>
              <a:ext cx="181108" cy="181108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61"/>
            <p:cNvSpPr/>
            <p:nvPr/>
          </p:nvSpPr>
          <p:spPr>
            <a:xfrm rot="-5400000">
              <a:off x="8881913" y="280415"/>
              <a:ext cx="132993" cy="132993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3" name="Google Shape;133;p61"/>
          <p:cNvGrpSpPr/>
          <p:nvPr/>
        </p:nvGrpSpPr>
        <p:grpSpPr>
          <a:xfrm>
            <a:off x="-491175" y="145189"/>
            <a:ext cx="10284997" cy="4769636"/>
            <a:chOff x="-491175" y="145189"/>
            <a:chExt cx="10284997" cy="4769636"/>
          </a:xfrm>
        </p:grpSpPr>
        <p:cxnSp>
          <p:nvCxnSpPr>
            <p:cNvPr id="134" name="Google Shape;134;p61"/>
            <p:cNvCxnSpPr/>
            <p:nvPr/>
          </p:nvCxnSpPr>
          <p:spPr>
            <a:xfrm rot="10800000">
              <a:off x="4978547" y="271239"/>
              <a:ext cx="4686900" cy="546300"/>
            </a:xfrm>
            <a:prstGeom prst="bentConnector3">
              <a:avLst>
                <a:gd fmla="val 18882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135" name="Google Shape;135;p61"/>
            <p:cNvCxnSpPr/>
            <p:nvPr/>
          </p:nvCxnSpPr>
          <p:spPr>
            <a:xfrm rot="10800000">
              <a:off x="5653822" y="145189"/>
              <a:ext cx="4140000" cy="606600"/>
            </a:xfrm>
            <a:prstGeom prst="bentConnector3">
              <a:avLst>
                <a:gd fmla="val 32793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136" name="Google Shape;136;p61"/>
            <p:cNvCxnSpPr/>
            <p:nvPr/>
          </p:nvCxnSpPr>
          <p:spPr>
            <a:xfrm>
              <a:off x="-491175" y="4640850"/>
              <a:ext cx="8531100" cy="2139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137" name="Google Shape;137;p61"/>
            <p:cNvCxnSpPr/>
            <p:nvPr/>
          </p:nvCxnSpPr>
          <p:spPr>
            <a:xfrm>
              <a:off x="-399350" y="4560525"/>
              <a:ext cx="6630600" cy="3543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0" name="Google Shape;140;p62"/>
          <p:cNvSpPr txBox="1"/>
          <p:nvPr>
            <p:ph idx="1" type="subTitle"/>
          </p:nvPr>
        </p:nvSpPr>
        <p:spPr>
          <a:xfrm>
            <a:off x="1967648" y="2084667"/>
            <a:ext cx="19782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62"/>
          <p:cNvSpPr txBox="1"/>
          <p:nvPr>
            <p:ph idx="2" type="subTitle"/>
          </p:nvPr>
        </p:nvSpPr>
        <p:spPr>
          <a:xfrm>
            <a:off x="5198152" y="2084667"/>
            <a:ext cx="19782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62"/>
          <p:cNvSpPr txBox="1"/>
          <p:nvPr>
            <p:ph idx="3" type="subTitle"/>
          </p:nvPr>
        </p:nvSpPr>
        <p:spPr>
          <a:xfrm>
            <a:off x="1967648" y="3518067"/>
            <a:ext cx="19782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62"/>
          <p:cNvSpPr txBox="1"/>
          <p:nvPr>
            <p:ph idx="4" type="subTitle"/>
          </p:nvPr>
        </p:nvSpPr>
        <p:spPr>
          <a:xfrm>
            <a:off x="5198152" y="3518067"/>
            <a:ext cx="19782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62"/>
          <p:cNvSpPr txBox="1"/>
          <p:nvPr>
            <p:ph idx="5" type="subTitle"/>
          </p:nvPr>
        </p:nvSpPr>
        <p:spPr>
          <a:xfrm>
            <a:off x="1967648" y="1778725"/>
            <a:ext cx="1978200" cy="40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45" name="Google Shape;145;p62"/>
          <p:cNvSpPr txBox="1"/>
          <p:nvPr>
            <p:ph idx="6" type="subTitle"/>
          </p:nvPr>
        </p:nvSpPr>
        <p:spPr>
          <a:xfrm>
            <a:off x="5198150" y="1778725"/>
            <a:ext cx="1978200" cy="40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46" name="Google Shape;146;p62"/>
          <p:cNvSpPr txBox="1"/>
          <p:nvPr>
            <p:ph idx="7" type="subTitle"/>
          </p:nvPr>
        </p:nvSpPr>
        <p:spPr>
          <a:xfrm>
            <a:off x="1967648" y="3212175"/>
            <a:ext cx="1978200" cy="40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47" name="Google Shape;147;p62"/>
          <p:cNvSpPr txBox="1"/>
          <p:nvPr>
            <p:ph idx="8" type="subTitle"/>
          </p:nvPr>
        </p:nvSpPr>
        <p:spPr>
          <a:xfrm>
            <a:off x="5198150" y="3212175"/>
            <a:ext cx="1978200" cy="40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148" name="Google Shape;148;p62"/>
          <p:cNvGrpSpPr/>
          <p:nvPr/>
        </p:nvGrpSpPr>
        <p:grpSpPr>
          <a:xfrm>
            <a:off x="184960" y="-914261"/>
            <a:ext cx="8511650" cy="5875100"/>
            <a:chOff x="184960" y="-914261"/>
            <a:chExt cx="8511650" cy="5875100"/>
          </a:xfrm>
        </p:grpSpPr>
        <p:cxnSp>
          <p:nvCxnSpPr>
            <p:cNvPr id="149" name="Google Shape;149;p62"/>
            <p:cNvCxnSpPr/>
            <p:nvPr/>
          </p:nvCxnSpPr>
          <p:spPr>
            <a:xfrm rot="5400000">
              <a:off x="-1759290" y="1284414"/>
              <a:ext cx="4686900" cy="546300"/>
            </a:xfrm>
            <a:prstGeom prst="bentConnector3">
              <a:avLst>
                <a:gd fmla="val 18882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150" name="Google Shape;150;p62"/>
            <p:cNvCxnSpPr/>
            <p:nvPr/>
          </p:nvCxnSpPr>
          <p:spPr>
            <a:xfrm rot="5400000">
              <a:off x="-1581740" y="852439"/>
              <a:ext cx="4140000" cy="606600"/>
            </a:xfrm>
            <a:prstGeom prst="bentConnector3">
              <a:avLst>
                <a:gd fmla="val 32793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151" name="Google Shape;151;p62"/>
            <p:cNvCxnSpPr/>
            <p:nvPr/>
          </p:nvCxnSpPr>
          <p:spPr>
            <a:xfrm rot="5400000">
              <a:off x="5885760" y="2149989"/>
              <a:ext cx="5112900" cy="5088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152" name="Google Shape;152;p62"/>
            <p:cNvCxnSpPr/>
            <p:nvPr/>
          </p:nvCxnSpPr>
          <p:spPr>
            <a:xfrm rot="5400000">
              <a:off x="5659460" y="1671214"/>
              <a:ext cx="5112900" cy="5088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</p:grpSp>
      <p:grpSp>
        <p:nvGrpSpPr>
          <p:cNvPr id="153" name="Google Shape;153;p62"/>
          <p:cNvGrpSpPr/>
          <p:nvPr/>
        </p:nvGrpSpPr>
        <p:grpSpPr>
          <a:xfrm>
            <a:off x="4047014" y="27379"/>
            <a:ext cx="4845881" cy="3896497"/>
            <a:chOff x="4047014" y="27379"/>
            <a:chExt cx="4845881" cy="3896497"/>
          </a:xfrm>
        </p:grpSpPr>
        <p:sp>
          <p:nvSpPr>
            <p:cNvPr id="154" name="Google Shape;154;p62"/>
            <p:cNvSpPr/>
            <p:nvPr/>
          </p:nvSpPr>
          <p:spPr>
            <a:xfrm rot="-5400000">
              <a:off x="4047014" y="223696"/>
              <a:ext cx="246441" cy="246441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62"/>
            <p:cNvSpPr/>
            <p:nvPr/>
          </p:nvSpPr>
          <p:spPr>
            <a:xfrm rot="-5400000">
              <a:off x="8470281" y="3727561"/>
              <a:ext cx="196332" cy="196299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62"/>
            <p:cNvSpPr/>
            <p:nvPr/>
          </p:nvSpPr>
          <p:spPr>
            <a:xfrm rot="-5400000">
              <a:off x="8641534" y="2927466"/>
              <a:ext cx="251378" cy="25134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62"/>
            <p:cNvSpPr/>
            <p:nvPr/>
          </p:nvSpPr>
          <p:spPr>
            <a:xfrm rot="-5400000">
              <a:off x="4391516" y="27388"/>
              <a:ext cx="156245" cy="156228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62"/>
            <p:cNvSpPr/>
            <p:nvPr/>
          </p:nvSpPr>
          <p:spPr>
            <a:xfrm rot="-5400000">
              <a:off x="8470291" y="2624037"/>
              <a:ext cx="161895" cy="161879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6_1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3"/>
          <p:cNvSpPr txBox="1"/>
          <p:nvPr>
            <p:ph idx="1" type="subTitle"/>
          </p:nvPr>
        </p:nvSpPr>
        <p:spPr>
          <a:xfrm>
            <a:off x="937700" y="3701348"/>
            <a:ext cx="21753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63"/>
          <p:cNvSpPr txBox="1"/>
          <p:nvPr>
            <p:ph idx="2" type="subTitle"/>
          </p:nvPr>
        </p:nvSpPr>
        <p:spPr>
          <a:xfrm>
            <a:off x="3484422" y="3701348"/>
            <a:ext cx="21753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63"/>
          <p:cNvSpPr txBox="1"/>
          <p:nvPr>
            <p:ph idx="3" type="subTitle"/>
          </p:nvPr>
        </p:nvSpPr>
        <p:spPr>
          <a:xfrm>
            <a:off x="6031150" y="3701348"/>
            <a:ext cx="21753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6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4" name="Google Shape;164;p63"/>
          <p:cNvSpPr txBox="1"/>
          <p:nvPr>
            <p:ph idx="4" type="subTitle"/>
          </p:nvPr>
        </p:nvSpPr>
        <p:spPr>
          <a:xfrm>
            <a:off x="937700" y="3390800"/>
            <a:ext cx="21753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65" name="Google Shape;165;p63"/>
          <p:cNvSpPr txBox="1"/>
          <p:nvPr>
            <p:ph idx="5" type="subTitle"/>
          </p:nvPr>
        </p:nvSpPr>
        <p:spPr>
          <a:xfrm>
            <a:off x="3484422" y="3390800"/>
            <a:ext cx="21753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66" name="Google Shape;166;p63"/>
          <p:cNvSpPr txBox="1"/>
          <p:nvPr>
            <p:ph idx="6" type="subTitle"/>
          </p:nvPr>
        </p:nvSpPr>
        <p:spPr>
          <a:xfrm>
            <a:off x="6031150" y="3390800"/>
            <a:ext cx="21753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167" name="Google Shape;167;p63"/>
          <p:cNvGrpSpPr/>
          <p:nvPr/>
        </p:nvGrpSpPr>
        <p:grpSpPr>
          <a:xfrm>
            <a:off x="8577868" y="74717"/>
            <a:ext cx="605875" cy="4412242"/>
            <a:chOff x="8577868" y="74717"/>
            <a:chExt cx="605875" cy="4412242"/>
          </a:xfrm>
        </p:grpSpPr>
        <p:sp>
          <p:nvSpPr>
            <p:cNvPr id="168" name="Google Shape;168;p63"/>
            <p:cNvSpPr/>
            <p:nvPr/>
          </p:nvSpPr>
          <p:spPr>
            <a:xfrm>
              <a:off x="8937302" y="74717"/>
              <a:ext cx="246441" cy="246441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63"/>
            <p:cNvSpPr/>
            <p:nvPr/>
          </p:nvSpPr>
          <p:spPr>
            <a:xfrm>
              <a:off x="8577884" y="2792122"/>
              <a:ext cx="181108" cy="181108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63"/>
            <p:cNvSpPr/>
            <p:nvPr/>
          </p:nvSpPr>
          <p:spPr>
            <a:xfrm>
              <a:off x="8577868" y="4353966"/>
              <a:ext cx="132993" cy="132993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1" name="Google Shape;171;p63"/>
          <p:cNvGrpSpPr/>
          <p:nvPr/>
        </p:nvGrpSpPr>
        <p:grpSpPr>
          <a:xfrm>
            <a:off x="8264950" y="539225"/>
            <a:ext cx="672350" cy="4815275"/>
            <a:chOff x="8264950" y="539225"/>
            <a:chExt cx="672350" cy="4815275"/>
          </a:xfrm>
        </p:grpSpPr>
        <p:cxnSp>
          <p:nvCxnSpPr>
            <p:cNvPr id="172" name="Google Shape;172;p63"/>
            <p:cNvCxnSpPr/>
            <p:nvPr/>
          </p:nvCxnSpPr>
          <p:spPr>
            <a:xfrm rot="-5400000">
              <a:off x="6194650" y="2609525"/>
              <a:ext cx="4686900" cy="546300"/>
            </a:xfrm>
            <a:prstGeom prst="bentConnector3">
              <a:avLst>
                <a:gd fmla="val 9059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173" name="Google Shape;173;p63"/>
            <p:cNvCxnSpPr/>
            <p:nvPr/>
          </p:nvCxnSpPr>
          <p:spPr>
            <a:xfrm rot="-5400000">
              <a:off x="6564000" y="2981200"/>
              <a:ext cx="4140000" cy="606600"/>
            </a:xfrm>
            <a:prstGeom prst="bentConnector3">
              <a:avLst>
                <a:gd fmla="val 9476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6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6" name="Google Shape;176;p64"/>
          <p:cNvSpPr txBox="1"/>
          <p:nvPr>
            <p:ph idx="1" type="subTitle"/>
          </p:nvPr>
        </p:nvSpPr>
        <p:spPr>
          <a:xfrm>
            <a:off x="974900" y="2116975"/>
            <a:ext cx="19860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64"/>
          <p:cNvSpPr txBox="1"/>
          <p:nvPr>
            <p:ph idx="2" type="subTitle"/>
          </p:nvPr>
        </p:nvSpPr>
        <p:spPr>
          <a:xfrm>
            <a:off x="3578947" y="2116975"/>
            <a:ext cx="19860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64"/>
          <p:cNvSpPr txBox="1"/>
          <p:nvPr>
            <p:ph idx="3" type="subTitle"/>
          </p:nvPr>
        </p:nvSpPr>
        <p:spPr>
          <a:xfrm>
            <a:off x="974900" y="3931375"/>
            <a:ext cx="19860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64"/>
          <p:cNvSpPr txBox="1"/>
          <p:nvPr>
            <p:ph idx="4" type="subTitle"/>
          </p:nvPr>
        </p:nvSpPr>
        <p:spPr>
          <a:xfrm>
            <a:off x="3578947" y="3931375"/>
            <a:ext cx="19860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64"/>
          <p:cNvSpPr txBox="1"/>
          <p:nvPr>
            <p:ph idx="5" type="subTitle"/>
          </p:nvPr>
        </p:nvSpPr>
        <p:spPr>
          <a:xfrm>
            <a:off x="6183000" y="2116975"/>
            <a:ext cx="19860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64"/>
          <p:cNvSpPr txBox="1"/>
          <p:nvPr>
            <p:ph idx="6" type="subTitle"/>
          </p:nvPr>
        </p:nvSpPr>
        <p:spPr>
          <a:xfrm>
            <a:off x="6183000" y="3931375"/>
            <a:ext cx="19860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64"/>
          <p:cNvSpPr txBox="1"/>
          <p:nvPr>
            <p:ph idx="7" type="subTitle"/>
          </p:nvPr>
        </p:nvSpPr>
        <p:spPr>
          <a:xfrm>
            <a:off x="974900" y="1908247"/>
            <a:ext cx="19860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83" name="Google Shape;183;p64"/>
          <p:cNvSpPr txBox="1"/>
          <p:nvPr>
            <p:ph idx="8" type="subTitle"/>
          </p:nvPr>
        </p:nvSpPr>
        <p:spPr>
          <a:xfrm>
            <a:off x="3578947" y="1908247"/>
            <a:ext cx="19860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84" name="Google Shape;184;p64"/>
          <p:cNvSpPr txBox="1"/>
          <p:nvPr>
            <p:ph idx="9" type="subTitle"/>
          </p:nvPr>
        </p:nvSpPr>
        <p:spPr>
          <a:xfrm>
            <a:off x="974900" y="3722672"/>
            <a:ext cx="19860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85" name="Google Shape;185;p64"/>
          <p:cNvSpPr txBox="1"/>
          <p:nvPr>
            <p:ph idx="13" type="subTitle"/>
          </p:nvPr>
        </p:nvSpPr>
        <p:spPr>
          <a:xfrm>
            <a:off x="3578947" y="3722672"/>
            <a:ext cx="19860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86" name="Google Shape;186;p64"/>
          <p:cNvSpPr txBox="1"/>
          <p:nvPr>
            <p:ph idx="14" type="subTitle"/>
          </p:nvPr>
        </p:nvSpPr>
        <p:spPr>
          <a:xfrm>
            <a:off x="6183000" y="1908247"/>
            <a:ext cx="19860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87" name="Google Shape;187;p64"/>
          <p:cNvSpPr txBox="1"/>
          <p:nvPr>
            <p:ph idx="15" type="subTitle"/>
          </p:nvPr>
        </p:nvSpPr>
        <p:spPr>
          <a:xfrm>
            <a:off x="6183000" y="3722672"/>
            <a:ext cx="19860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188" name="Google Shape;188;p64"/>
          <p:cNvGrpSpPr/>
          <p:nvPr/>
        </p:nvGrpSpPr>
        <p:grpSpPr>
          <a:xfrm>
            <a:off x="378100" y="-216500"/>
            <a:ext cx="8131200" cy="5239200"/>
            <a:chOff x="378100" y="-216500"/>
            <a:chExt cx="8131200" cy="5239200"/>
          </a:xfrm>
        </p:grpSpPr>
        <p:cxnSp>
          <p:nvCxnSpPr>
            <p:cNvPr id="189" name="Google Shape;189;p64"/>
            <p:cNvCxnSpPr/>
            <p:nvPr/>
          </p:nvCxnSpPr>
          <p:spPr>
            <a:xfrm>
              <a:off x="378100" y="-216500"/>
              <a:ext cx="5878500" cy="5155800"/>
            </a:xfrm>
            <a:prstGeom prst="bentConnector3">
              <a:avLst>
                <a:gd fmla="val -366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190" name="Google Shape;190;p64"/>
            <p:cNvCxnSpPr/>
            <p:nvPr/>
          </p:nvCxnSpPr>
          <p:spPr>
            <a:xfrm>
              <a:off x="530500" y="-64100"/>
              <a:ext cx="7978800" cy="5086800"/>
            </a:xfrm>
            <a:prstGeom prst="bentConnector3">
              <a:avLst>
                <a:gd fmla="val -97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</p:grpSp>
      <p:grpSp>
        <p:nvGrpSpPr>
          <p:cNvPr id="191" name="Google Shape;191;p64"/>
          <p:cNvGrpSpPr/>
          <p:nvPr/>
        </p:nvGrpSpPr>
        <p:grpSpPr>
          <a:xfrm rot="-5400000">
            <a:off x="8411975" y="4406800"/>
            <a:ext cx="882599" cy="403555"/>
            <a:chOff x="7884075" y="238975"/>
            <a:chExt cx="882599" cy="403555"/>
          </a:xfrm>
        </p:grpSpPr>
        <p:sp>
          <p:nvSpPr>
            <p:cNvPr id="192" name="Google Shape;192;p64"/>
            <p:cNvSpPr/>
            <p:nvPr/>
          </p:nvSpPr>
          <p:spPr>
            <a:xfrm>
              <a:off x="8255437" y="436475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64"/>
            <p:cNvSpPr/>
            <p:nvPr/>
          </p:nvSpPr>
          <p:spPr>
            <a:xfrm>
              <a:off x="7884075" y="238975"/>
              <a:ext cx="139874" cy="13987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64"/>
            <p:cNvSpPr/>
            <p:nvPr/>
          </p:nvSpPr>
          <p:spPr>
            <a:xfrm>
              <a:off x="8626800" y="378850"/>
              <a:ext cx="139874" cy="13987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65"/>
          <p:cNvSpPr txBox="1"/>
          <p:nvPr>
            <p:ph type="title"/>
          </p:nvPr>
        </p:nvSpPr>
        <p:spPr>
          <a:xfrm>
            <a:off x="4906675" y="1132975"/>
            <a:ext cx="3524100" cy="140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7" name="Google Shape;197;p65"/>
          <p:cNvSpPr txBox="1"/>
          <p:nvPr>
            <p:ph idx="1" type="subTitle"/>
          </p:nvPr>
        </p:nvSpPr>
        <p:spPr>
          <a:xfrm>
            <a:off x="4906675" y="2724350"/>
            <a:ext cx="3524100" cy="14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○"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■"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○"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■"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●"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○"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Char char="■"/>
              <a:defRPr/>
            </a:lvl9pPr>
          </a:lstStyle>
          <a:p/>
        </p:txBody>
      </p:sp>
      <p:sp>
        <p:nvSpPr>
          <p:cNvPr id="198" name="Google Shape;198;p65"/>
          <p:cNvSpPr/>
          <p:nvPr>
            <p:ph idx="2" type="pic"/>
          </p:nvPr>
        </p:nvSpPr>
        <p:spPr>
          <a:xfrm>
            <a:off x="202954" y="388500"/>
            <a:ext cx="4379700" cy="4379700"/>
          </a:xfrm>
          <a:prstGeom prst="ellipse">
            <a:avLst/>
          </a:prstGeom>
          <a:noFill/>
          <a:ln>
            <a:noFill/>
          </a:ln>
        </p:spPr>
      </p:sp>
      <p:grpSp>
        <p:nvGrpSpPr>
          <p:cNvPr id="199" name="Google Shape;199;p65"/>
          <p:cNvGrpSpPr/>
          <p:nvPr/>
        </p:nvGrpSpPr>
        <p:grpSpPr>
          <a:xfrm rot="-1395165">
            <a:off x="172631" y="490168"/>
            <a:ext cx="882626" cy="403567"/>
            <a:chOff x="7884075" y="238975"/>
            <a:chExt cx="882599" cy="403555"/>
          </a:xfrm>
        </p:grpSpPr>
        <p:sp>
          <p:nvSpPr>
            <p:cNvPr id="200" name="Google Shape;200;p65"/>
            <p:cNvSpPr/>
            <p:nvPr/>
          </p:nvSpPr>
          <p:spPr>
            <a:xfrm>
              <a:off x="8255437" y="436475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65"/>
            <p:cNvSpPr/>
            <p:nvPr/>
          </p:nvSpPr>
          <p:spPr>
            <a:xfrm>
              <a:off x="7884075" y="238975"/>
              <a:ext cx="139874" cy="13987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65"/>
            <p:cNvSpPr/>
            <p:nvPr/>
          </p:nvSpPr>
          <p:spPr>
            <a:xfrm>
              <a:off x="8626800" y="378850"/>
              <a:ext cx="139874" cy="13987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3" name="Google Shape;203;p65"/>
          <p:cNvGrpSpPr/>
          <p:nvPr/>
        </p:nvGrpSpPr>
        <p:grpSpPr>
          <a:xfrm>
            <a:off x="2422725" y="4313625"/>
            <a:ext cx="7035600" cy="513300"/>
            <a:chOff x="2422725" y="4313625"/>
            <a:chExt cx="7035600" cy="513300"/>
          </a:xfrm>
        </p:grpSpPr>
        <p:cxnSp>
          <p:nvCxnSpPr>
            <p:cNvPr id="204" name="Google Shape;204;p65"/>
            <p:cNvCxnSpPr/>
            <p:nvPr/>
          </p:nvCxnSpPr>
          <p:spPr>
            <a:xfrm rot="10800000">
              <a:off x="3750275" y="4313625"/>
              <a:ext cx="5590200" cy="513300"/>
            </a:xfrm>
            <a:prstGeom prst="bentConnector3">
              <a:avLst>
                <a:gd fmla="val 6414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205" name="Google Shape;205;p65"/>
            <p:cNvCxnSpPr/>
            <p:nvPr/>
          </p:nvCxnSpPr>
          <p:spPr>
            <a:xfrm flipH="1">
              <a:off x="2422725" y="4652400"/>
              <a:ext cx="7035600" cy="115800"/>
            </a:xfrm>
            <a:prstGeom prst="bentConnector4">
              <a:avLst>
                <a:gd fmla="val 34437" name="adj1"/>
                <a:gd fmla="val 305635" name="adj2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66"/>
          <p:cNvSpPr txBox="1"/>
          <p:nvPr>
            <p:ph hasCustomPrompt="1" type="title"/>
          </p:nvPr>
        </p:nvSpPr>
        <p:spPr>
          <a:xfrm>
            <a:off x="1284000" y="1555613"/>
            <a:ext cx="6576000" cy="1360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08" name="Google Shape;208;p66"/>
          <p:cNvSpPr txBox="1"/>
          <p:nvPr>
            <p:ph idx="1" type="subTitle"/>
          </p:nvPr>
        </p:nvSpPr>
        <p:spPr>
          <a:xfrm>
            <a:off x="1284000" y="3090788"/>
            <a:ext cx="6576000" cy="365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209" name="Google Shape;209;p66"/>
          <p:cNvGrpSpPr/>
          <p:nvPr/>
        </p:nvGrpSpPr>
        <p:grpSpPr>
          <a:xfrm>
            <a:off x="-135425" y="-190387"/>
            <a:ext cx="9421725" cy="5232812"/>
            <a:chOff x="-135425" y="-190387"/>
            <a:chExt cx="9421725" cy="5232812"/>
          </a:xfrm>
        </p:grpSpPr>
        <p:cxnSp>
          <p:nvCxnSpPr>
            <p:cNvPr id="210" name="Google Shape;210;p66"/>
            <p:cNvCxnSpPr/>
            <p:nvPr/>
          </p:nvCxnSpPr>
          <p:spPr>
            <a:xfrm flipH="1" rot="-5400000">
              <a:off x="-380550" y="571163"/>
              <a:ext cx="2426100" cy="903000"/>
            </a:xfrm>
            <a:prstGeom prst="bentConnector2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211" name="Google Shape;211;p66"/>
            <p:cNvCxnSpPr/>
            <p:nvPr/>
          </p:nvCxnSpPr>
          <p:spPr>
            <a:xfrm flipH="1" rot="-5400000">
              <a:off x="-924000" y="1419413"/>
              <a:ext cx="3439500" cy="5247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212" name="Google Shape;212;p66"/>
            <p:cNvCxnSpPr/>
            <p:nvPr/>
          </p:nvCxnSpPr>
          <p:spPr>
            <a:xfrm rot="5400000">
              <a:off x="7914850" y="2156275"/>
              <a:ext cx="1491900" cy="12510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213" name="Google Shape;213;p66"/>
            <p:cNvCxnSpPr/>
            <p:nvPr/>
          </p:nvCxnSpPr>
          <p:spPr>
            <a:xfrm>
              <a:off x="-123950" y="4755625"/>
              <a:ext cx="9146400" cy="286800"/>
            </a:xfrm>
            <a:prstGeom prst="bentConnector3">
              <a:avLst>
                <a:gd fmla="val 51191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214" name="Google Shape;214;p66"/>
            <p:cNvCxnSpPr/>
            <p:nvPr/>
          </p:nvCxnSpPr>
          <p:spPr>
            <a:xfrm flipH="1" rot="10800000">
              <a:off x="-135425" y="4399725"/>
              <a:ext cx="8882400" cy="2526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</p:grpSp>
      <p:grpSp>
        <p:nvGrpSpPr>
          <p:cNvPr id="215" name="Google Shape;215;p66"/>
          <p:cNvGrpSpPr/>
          <p:nvPr/>
        </p:nvGrpSpPr>
        <p:grpSpPr>
          <a:xfrm rot="-5400000">
            <a:off x="8438575" y="4204225"/>
            <a:ext cx="882599" cy="403555"/>
            <a:chOff x="7884075" y="238975"/>
            <a:chExt cx="882599" cy="403555"/>
          </a:xfrm>
        </p:grpSpPr>
        <p:sp>
          <p:nvSpPr>
            <p:cNvPr id="216" name="Google Shape;216;p66"/>
            <p:cNvSpPr/>
            <p:nvPr/>
          </p:nvSpPr>
          <p:spPr>
            <a:xfrm>
              <a:off x="8255437" y="436475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66"/>
            <p:cNvSpPr/>
            <p:nvPr/>
          </p:nvSpPr>
          <p:spPr>
            <a:xfrm>
              <a:off x="7884075" y="238975"/>
              <a:ext cx="139874" cy="13987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66"/>
            <p:cNvSpPr/>
            <p:nvPr/>
          </p:nvSpPr>
          <p:spPr>
            <a:xfrm>
              <a:off x="8626800" y="378850"/>
              <a:ext cx="139874" cy="13987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67"/>
          <p:cNvSpPr txBox="1"/>
          <p:nvPr>
            <p:ph type="title"/>
          </p:nvPr>
        </p:nvSpPr>
        <p:spPr>
          <a:xfrm>
            <a:off x="838650" y="1518450"/>
            <a:ext cx="4151400" cy="2106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221" name="Google Shape;221;p67"/>
          <p:cNvGrpSpPr/>
          <p:nvPr/>
        </p:nvGrpSpPr>
        <p:grpSpPr>
          <a:xfrm>
            <a:off x="-950200" y="-235500"/>
            <a:ext cx="9904500" cy="5229850"/>
            <a:chOff x="-950200" y="-235500"/>
            <a:chExt cx="9904500" cy="5229850"/>
          </a:xfrm>
        </p:grpSpPr>
        <p:cxnSp>
          <p:nvCxnSpPr>
            <p:cNvPr id="222" name="Google Shape;222;p67"/>
            <p:cNvCxnSpPr/>
            <p:nvPr/>
          </p:nvCxnSpPr>
          <p:spPr>
            <a:xfrm>
              <a:off x="-122100" y="-123950"/>
              <a:ext cx="8572500" cy="5118300"/>
            </a:xfrm>
            <a:prstGeom prst="bentConnector3">
              <a:avLst>
                <a:gd fmla="val 5355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223" name="Google Shape;223;p67"/>
            <p:cNvCxnSpPr/>
            <p:nvPr/>
          </p:nvCxnSpPr>
          <p:spPr>
            <a:xfrm>
              <a:off x="-313975" y="-235500"/>
              <a:ext cx="8572500" cy="5118300"/>
            </a:xfrm>
            <a:prstGeom prst="bentConnector3">
              <a:avLst>
                <a:gd fmla="val 5355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224" name="Google Shape;224;p67"/>
            <p:cNvCxnSpPr/>
            <p:nvPr/>
          </p:nvCxnSpPr>
          <p:spPr>
            <a:xfrm>
              <a:off x="-766600" y="2793225"/>
              <a:ext cx="9720900" cy="1699500"/>
            </a:xfrm>
            <a:prstGeom prst="bentConnector3">
              <a:avLst>
                <a:gd fmla="val 5194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225" name="Google Shape;225;p67"/>
            <p:cNvCxnSpPr/>
            <p:nvPr/>
          </p:nvCxnSpPr>
          <p:spPr>
            <a:xfrm>
              <a:off x="-950200" y="2976850"/>
              <a:ext cx="9712500" cy="1404300"/>
            </a:xfrm>
            <a:prstGeom prst="bentConnector3">
              <a:avLst>
                <a:gd fmla="val 14297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68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28" name="Google Shape;228;p68"/>
          <p:cNvSpPr txBox="1"/>
          <p:nvPr>
            <p:ph type="title"/>
          </p:nvPr>
        </p:nvSpPr>
        <p:spPr>
          <a:xfrm>
            <a:off x="5403175" y="3859175"/>
            <a:ext cx="3027600" cy="749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69"/>
          <p:cNvSpPr txBox="1"/>
          <p:nvPr>
            <p:ph idx="1" type="subTitle"/>
          </p:nvPr>
        </p:nvSpPr>
        <p:spPr>
          <a:xfrm>
            <a:off x="2375775" y="2379467"/>
            <a:ext cx="3247500" cy="11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AutoNum type="arabicPeriod"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AutoNum type="alphaLcPeriod"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AutoNum type="romanLcPeriod"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AutoNum type="arabicPeriod"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AutoNum type="alphaLcPeriod"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AutoNum type="romanLcPeriod"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AutoNum type="arabicPeriod"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AutoNum type="alphaLcPeriod"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AutoNum type="romanLcPeriod"/>
              <a:defRPr/>
            </a:lvl9pPr>
          </a:lstStyle>
          <a:p/>
        </p:txBody>
      </p:sp>
      <p:sp>
        <p:nvSpPr>
          <p:cNvPr id="231" name="Google Shape;231;p6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232" name="Google Shape;232;p69"/>
          <p:cNvGrpSpPr/>
          <p:nvPr/>
        </p:nvGrpSpPr>
        <p:grpSpPr>
          <a:xfrm>
            <a:off x="144288" y="147077"/>
            <a:ext cx="454047" cy="1101386"/>
            <a:chOff x="144288" y="147077"/>
            <a:chExt cx="454047" cy="1101386"/>
          </a:xfrm>
        </p:grpSpPr>
        <p:sp>
          <p:nvSpPr>
            <p:cNvPr id="233" name="Google Shape;233;p69"/>
            <p:cNvSpPr/>
            <p:nvPr/>
          </p:nvSpPr>
          <p:spPr>
            <a:xfrm rot="-5400000">
              <a:off x="144280" y="147085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69"/>
            <p:cNvSpPr/>
            <p:nvPr/>
          </p:nvSpPr>
          <p:spPr>
            <a:xfrm rot="-5400000">
              <a:off x="193389" y="1068025"/>
              <a:ext cx="180450" cy="180425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69"/>
            <p:cNvSpPr/>
            <p:nvPr/>
          </p:nvSpPr>
          <p:spPr>
            <a:xfrm rot="-5400000">
              <a:off x="211443" y="746585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69"/>
            <p:cNvSpPr/>
            <p:nvPr/>
          </p:nvSpPr>
          <p:spPr>
            <a:xfrm rot="-5400000">
              <a:off x="373819" y="291403"/>
              <a:ext cx="224528" cy="224503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7" name="Google Shape;237;p69"/>
          <p:cNvGrpSpPr/>
          <p:nvPr/>
        </p:nvGrpSpPr>
        <p:grpSpPr>
          <a:xfrm>
            <a:off x="569675" y="183250"/>
            <a:ext cx="8764375" cy="5229850"/>
            <a:chOff x="569675" y="183250"/>
            <a:chExt cx="8764375" cy="5229850"/>
          </a:xfrm>
        </p:grpSpPr>
        <p:cxnSp>
          <p:nvCxnSpPr>
            <p:cNvPr id="238" name="Google Shape;238;p69"/>
            <p:cNvCxnSpPr/>
            <p:nvPr/>
          </p:nvCxnSpPr>
          <p:spPr>
            <a:xfrm rot="10800000">
              <a:off x="569675" y="183250"/>
              <a:ext cx="8572500" cy="5118300"/>
            </a:xfrm>
            <a:prstGeom prst="bentConnector3">
              <a:avLst>
                <a:gd fmla="val 5355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239" name="Google Shape;239;p69"/>
            <p:cNvCxnSpPr/>
            <p:nvPr/>
          </p:nvCxnSpPr>
          <p:spPr>
            <a:xfrm rot="10800000">
              <a:off x="761550" y="294800"/>
              <a:ext cx="8572500" cy="5118300"/>
            </a:xfrm>
            <a:prstGeom prst="bentConnector3">
              <a:avLst>
                <a:gd fmla="val 5355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7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242" name="Google Shape;242;p70"/>
          <p:cNvGrpSpPr/>
          <p:nvPr/>
        </p:nvGrpSpPr>
        <p:grpSpPr>
          <a:xfrm>
            <a:off x="8576588" y="4496316"/>
            <a:ext cx="422946" cy="368845"/>
            <a:chOff x="8576588" y="4496316"/>
            <a:chExt cx="422946" cy="368845"/>
          </a:xfrm>
        </p:grpSpPr>
        <p:sp>
          <p:nvSpPr>
            <p:cNvPr id="243" name="Google Shape;243;p70"/>
            <p:cNvSpPr/>
            <p:nvPr/>
          </p:nvSpPr>
          <p:spPr>
            <a:xfrm rot="-5400000">
              <a:off x="8576580" y="4720848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70"/>
            <p:cNvSpPr/>
            <p:nvPr/>
          </p:nvSpPr>
          <p:spPr>
            <a:xfrm rot="-5400000">
              <a:off x="8775019" y="4496328"/>
              <a:ext cx="224528" cy="224503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5" name="Google Shape;245;p70"/>
          <p:cNvGrpSpPr/>
          <p:nvPr/>
        </p:nvGrpSpPr>
        <p:grpSpPr>
          <a:xfrm>
            <a:off x="67325" y="-592117"/>
            <a:ext cx="8932200" cy="5485500"/>
            <a:chOff x="67325" y="-592117"/>
            <a:chExt cx="8932200" cy="5485500"/>
          </a:xfrm>
        </p:grpSpPr>
        <p:cxnSp>
          <p:nvCxnSpPr>
            <p:cNvPr id="246" name="Google Shape;246;p70"/>
            <p:cNvCxnSpPr/>
            <p:nvPr/>
          </p:nvCxnSpPr>
          <p:spPr>
            <a:xfrm>
              <a:off x="67325" y="-592117"/>
              <a:ext cx="8932200" cy="5485500"/>
            </a:xfrm>
            <a:prstGeom prst="bentConnector3">
              <a:avLst>
                <a:gd fmla="val 814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247" name="Google Shape;247;p70"/>
            <p:cNvCxnSpPr/>
            <p:nvPr/>
          </p:nvCxnSpPr>
          <p:spPr>
            <a:xfrm flipH="1" rot="-5400000">
              <a:off x="-2079325" y="1859333"/>
              <a:ext cx="4747800" cy="1497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0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7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250" name="Google Shape;250;p71"/>
          <p:cNvGrpSpPr/>
          <p:nvPr/>
        </p:nvGrpSpPr>
        <p:grpSpPr>
          <a:xfrm>
            <a:off x="199188" y="123990"/>
            <a:ext cx="422946" cy="368845"/>
            <a:chOff x="8576588" y="4496316"/>
            <a:chExt cx="422946" cy="368845"/>
          </a:xfrm>
        </p:grpSpPr>
        <p:sp>
          <p:nvSpPr>
            <p:cNvPr id="251" name="Google Shape;251;p71"/>
            <p:cNvSpPr/>
            <p:nvPr/>
          </p:nvSpPr>
          <p:spPr>
            <a:xfrm rot="-5400000">
              <a:off x="8576580" y="4720848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71"/>
            <p:cNvSpPr/>
            <p:nvPr/>
          </p:nvSpPr>
          <p:spPr>
            <a:xfrm rot="-5400000">
              <a:off x="8775019" y="4496328"/>
              <a:ext cx="224528" cy="224503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3" name="Google Shape;253;p71"/>
          <p:cNvGrpSpPr/>
          <p:nvPr/>
        </p:nvGrpSpPr>
        <p:grpSpPr>
          <a:xfrm rot="10800000">
            <a:off x="25225" y="282300"/>
            <a:ext cx="9157800" cy="5003500"/>
            <a:chOff x="-116175" y="-984534"/>
            <a:chExt cx="9157800" cy="5003500"/>
          </a:xfrm>
        </p:grpSpPr>
        <p:cxnSp>
          <p:nvCxnSpPr>
            <p:cNvPr id="254" name="Google Shape;254;p71"/>
            <p:cNvCxnSpPr/>
            <p:nvPr/>
          </p:nvCxnSpPr>
          <p:spPr>
            <a:xfrm>
              <a:off x="-116175" y="-605834"/>
              <a:ext cx="9157800" cy="4624800"/>
            </a:xfrm>
            <a:prstGeom prst="bentConnector3">
              <a:avLst>
                <a:gd fmla="val 98286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255" name="Google Shape;255;p71"/>
            <p:cNvCxnSpPr/>
            <p:nvPr/>
          </p:nvCxnSpPr>
          <p:spPr>
            <a:xfrm flipH="1" rot="-5400000">
              <a:off x="-2164550" y="1408116"/>
              <a:ext cx="4877100" cy="91800"/>
            </a:xfrm>
            <a:prstGeom prst="bentConnector3">
              <a:avLst>
                <a:gd fmla="val 78567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0_1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7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258" name="Google Shape;258;p72"/>
          <p:cNvGrpSpPr/>
          <p:nvPr/>
        </p:nvGrpSpPr>
        <p:grpSpPr>
          <a:xfrm>
            <a:off x="8430763" y="-10"/>
            <a:ext cx="422946" cy="368845"/>
            <a:chOff x="8576588" y="4496316"/>
            <a:chExt cx="422946" cy="368845"/>
          </a:xfrm>
        </p:grpSpPr>
        <p:sp>
          <p:nvSpPr>
            <p:cNvPr id="259" name="Google Shape;259;p72"/>
            <p:cNvSpPr/>
            <p:nvPr/>
          </p:nvSpPr>
          <p:spPr>
            <a:xfrm rot="-5400000">
              <a:off x="8576580" y="4720848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72"/>
            <p:cNvSpPr/>
            <p:nvPr/>
          </p:nvSpPr>
          <p:spPr>
            <a:xfrm rot="-5400000">
              <a:off x="8775019" y="4496328"/>
              <a:ext cx="224528" cy="224503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1" name="Google Shape;261;p72"/>
          <p:cNvGrpSpPr/>
          <p:nvPr/>
        </p:nvGrpSpPr>
        <p:grpSpPr>
          <a:xfrm flipH="1" rot="10800000">
            <a:off x="25325" y="282383"/>
            <a:ext cx="8974200" cy="5003417"/>
            <a:chOff x="67325" y="-984534"/>
            <a:chExt cx="8974200" cy="5003417"/>
          </a:xfrm>
        </p:grpSpPr>
        <p:cxnSp>
          <p:nvCxnSpPr>
            <p:cNvPr id="262" name="Google Shape;262;p72"/>
            <p:cNvCxnSpPr/>
            <p:nvPr/>
          </p:nvCxnSpPr>
          <p:spPr>
            <a:xfrm>
              <a:off x="67325" y="-592117"/>
              <a:ext cx="8974200" cy="4611000"/>
            </a:xfrm>
            <a:prstGeom prst="bentConnector3">
              <a:avLst>
                <a:gd fmla="val 4815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263" name="Google Shape;263;p72"/>
            <p:cNvCxnSpPr/>
            <p:nvPr/>
          </p:nvCxnSpPr>
          <p:spPr>
            <a:xfrm flipH="1" rot="-5400000">
              <a:off x="-2164550" y="1408116"/>
              <a:ext cx="4877100" cy="91800"/>
            </a:xfrm>
            <a:prstGeom prst="bentConnector3">
              <a:avLst>
                <a:gd fmla="val 78567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7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6" name="Google Shape;266;p73"/>
          <p:cNvSpPr txBox="1"/>
          <p:nvPr>
            <p:ph idx="1" type="subTitle"/>
          </p:nvPr>
        </p:nvSpPr>
        <p:spPr>
          <a:xfrm>
            <a:off x="2185575" y="2009825"/>
            <a:ext cx="5249100" cy="6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67" name="Google Shape;267;p73"/>
          <p:cNvSpPr txBox="1"/>
          <p:nvPr>
            <p:ph idx="2" type="subTitle"/>
          </p:nvPr>
        </p:nvSpPr>
        <p:spPr>
          <a:xfrm>
            <a:off x="2185575" y="3459225"/>
            <a:ext cx="52491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68" name="Google Shape;268;p73"/>
          <p:cNvSpPr txBox="1"/>
          <p:nvPr>
            <p:ph idx="3" type="subTitle"/>
          </p:nvPr>
        </p:nvSpPr>
        <p:spPr>
          <a:xfrm>
            <a:off x="2185575" y="1636925"/>
            <a:ext cx="52491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69" name="Google Shape;269;p73"/>
          <p:cNvSpPr txBox="1"/>
          <p:nvPr>
            <p:ph idx="4" type="subTitle"/>
          </p:nvPr>
        </p:nvSpPr>
        <p:spPr>
          <a:xfrm>
            <a:off x="2185575" y="3089325"/>
            <a:ext cx="52491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270" name="Google Shape;270;p73"/>
          <p:cNvGrpSpPr/>
          <p:nvPr/>
        </p:nvGrpSpPr>
        <p:grpSpPr>
          <a:xfrm>
            <a:off x="-215750" y="-592117"/>
            <a:ext cx="9367675" cy="5637900"/>
            <a:chOff x="-215750" y="-592117"/>
            <a:chExt cx="9367675" cy="5637900"/>
          </a:xfrm>
        </p:grpSpPr>
        <p:grpSp>
          <p:nvGrpSpPr>
            <p:cNvPr id="271" name="Google Shape;271;p73"/>
            <p:cNvGrpSpPr/>
            <p:nvPr/>
          </p:nvGrpSpPr>
          <p:grpSpPr>
            <a:xfrm>
              <a:off x="-215750" y="-592117"/>
              <a:ext cx="9215275" cy="5485500"/>
              <a:chOff x="-215750" y="-592117"/>
              <a:chExt cx="9215275" cy="5485500"/>
            </a:xfrm>
          </p:grpSpPr>
          <p:cxnSp>
            <p:nvCxnSpPr>
              <p:cNvPr id="272" name="Google Shape;272;p73"/>
              <p:cNvCxnSpPr/>
              <p:nvPr/>
            </p:nvCxnSpPr>
            <p:spPr>
              <a:xfrm>
                <a:off x="67325" y="-592117"/>
                <a:ext cx="8932200" cy="5485500"/>
              </a:xfrm>
              <a:prstGeom prst="bentConnector3">
                <a:avLst>
                  <a:gd fmla="val 814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med" w="med" type="oval"/>
              </a:ln>
            </p:spPr>
          </p:cxnSp>
          <p:cxnSp>
            <p:nvCxnSpPr>
              <p:cNvPr id="273" name="Google Shape;273;p73"/>
              <p:cNvCxnSpPr/>
              <p:nvPr/>
            </p:nvCxnSpPr>
            <p:spPr>
              <a:xfrm>
                <a:off x="-215750" y="165250"/>
                <a:ext cx="9111900" cy="1260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med" w="med" type="oval"/>
              </a:ln>
            </p:spPr>
          </p:cxnSp>
        </p:grpSp>
        <p:cxnSp>
          <p:nvCxnSpPr>
            <p:cNvPr id="274" name="Google Shape;274;p73"/>
            <p:cNvCxnSpPr/>
            <p:nvPr/>
          </p:nvCxnSpPr>
          <p:spPr>
            <a:xfrm>
              <a:off x="-63350" y="317650"/>
              <a:ext cx="9111900" cy="126000"/>
            </a:xfrm>
            <a:prstGeom prst="bentConnector3">
              <a:avLst>
                <a:gd fmla="val 46942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275" name="Google Shape;275;p73"/>
            <p:cNvCxnSpPr/>
            <p:nvPr/>
          </p:nvCxnSpPr>
          <p:spPr>
            <a:xfrm>
              <a:off x="219725" y="-439717"/>
              <a:ext cx="8932200" cy="5485500"/>
            </a:xfrm>
            <a:prstGeom prst="bentConnector3">
              <a:avLst>
                <a:gd fmla="val 814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</p:grpSp>
      <p:grpSp>
        <p:nvGrpSpPr>
          <p:cNvPr id="276" name="Google Shape;276;p73"/>
          <p:cNvGrpSpPr/>
          <p:nvPr/>
        </p:nvGrpSpPr>
        <p:grpSpPr>
          <a:xfrm>
            <a:off x="8430782" y="-10172"/>
            <a:ext cx="568753" cy="4875332"/>
            <a:chOff x="8430782" y="-10172"/>
            <a:chExt cx="568753" cy="4875332"/>
          </a:xfrm>
        </p:grpSpPr>
        <p:grpSp>
          <p:nvGrpSpPr>
            <p:cNvPr id="277" name="Google Shape;277;p73"/>
            <p:cNvGrpSpPr/>
            <p:nvPr/>
          </p:nvGrpSpPr>
          <p:grpSpPr>
            <a:xfrm>
              <a:off x="8576588" y="4496316"/>
              <a:ext cx="422946" cy="368845"/>
              <a:chOff x="8576588" y="4496316"/>
              <a:chExt cx="422946" cy="368845"/>
            </a:xfrm>
          </p:grpSpPr>
          <p:sp>
            <p:nvSpPr>
              <p:cNvPr id="278" name="Google Shape;278;p73"/>
              <p:cNvSpPr/>
              <p:nvPr/>
            </p:nvSpPr>
            <p:spPr>
              <a:xfrm rot="-5400000">
                <a:off x="8576580" y="4720848"/>
                <a:ext cx="144320" cy="144304"/>
              </a:xfrm>
              <a:custGeom>
                <a:rect b="b" l="l" r="r" t="t"/>
                <a:pathLst>
                  <a:path extrusionOk="0" h="3298" w="3298">
                    <a:moveTo>
                      <a:pt x="3298" y="1646"/>
                    </a:moveTo>
                    <a:cubicBezTo>
                      <a:pt x="3298" y="2555"/>
                      <a:pt x="2556" y="3298"/>
                      <a:pt x="1646" y="3298"/>
                    </a:cubicBezTo>
                    <a:cubicBezTo>
                      <a:pt x="737" y="3298"/>
                      <a:pt x="0" y="2555"/>
                      <a:pt x="0" y="1646"/>
                    </a:cubicBezTo>
                    <a:cubicBezTo>
                      <a:pt x="0" y="737"/>
                      <a:pt x="737" y="0"/>
                      <a:pt x="1646" y="0"/>
                    </a:cubicBezTo>
                    <a:cubicBezTo>
                      <a:pt x="2556" y="0"/>
                      <a:pt x="3298" y="737"/>
                      <a:pt x="3298" y="164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9" name="Google Shape;279;p73"/>
              <p:cNvSpPr/>
              <p:nvPr/>
            </p:nvSpPr>
            <p:spPr>
              <a:xfrm rot="-5400000">
                <a:off x="8775019" y="4496328"/>
                <a:ext cx="224528" cy="224503"/>
              </a:xfrm>
              <a:custGeom>
                <a:rect b="b" l="l" r="r" t="t"/>
                <a:pathLst>
                  <a:path extrusionOk="0" h="3298" w="3298">
                    <a:moveTo>
                      <a:pt x="3298" y="1646"/>
                    </a:moveTo>
                    <a:cubicBezTo>
                      <a:pt x="3298" y="2555"/>
                      <a:pt x="2556" y="3298"/>
                      <a:pt x="1646" y="3298"/>
                    </a:cubicBezTo>
                    <a:cubicBezTo>
                      <a:pt x="737" y="3298"/>
                      <a:pt x="0" y="2555"/>
                      <a:pt x="0" y="1646"/>
                    </a:cubicBezTo>
                    <a:cubicBezTo>
                      <a:pt x="0" y="737"/>
                      <a:pt x="737" y="0"/>
                      <a:pt x="1646" y="0"/>
                    </a:cubicBezTo>
                    <a:cubicBezTo>
                      <a:pt x="2556" y="0"/>
                      <a:pt x="3298" y="737"/>
                      <a:pt x="3298" y="164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0" name="Google Shape;280;p73"/>
            <p:cNvGrpSpPr/>
            <p:nvPr/>
          </p:nvGrpSpPr>
          <p:grpSpPr>
            <a:xfrm>
              <a:off x="8430782" y="-10172"/>
              <a:ext cx="290110" cy="925970"/>
              <a:chOff x="8430782" y="3939191"/>
              <a:chExt cx="290110" cy="925970"/>
            </a:xfrm>
          </p:grpSpPr>
          <p:sp>
            <p:nvSpPr>
              <p:cNvPr id="281" name="Google Shape;281;p73"/>
              <p:cNvSpPr/>
              <p:nvPr/>
            </p:nvSpPr>
            <p:spPr>
              <a:xfrm rot="-5400000">
                <a:off x="8576580" y="4720848"/>
                <a:ext cx="144320" cy="144304"/>
              </a:xfrm>
              <a:custGeom>
                <a:rect b="b" l="l" r="r" t="t"/>
                <a:pathLst>
                  <a:path extrusionOk="0" h="3298" w="3298">
                    <a:moveTo>
                      <a:pt x="3298" y="1646"/>
                    </a:moveTo>
                    <a:cubicBezTo>
                      <a:pt x="3298" y="2555"/>
                      <a:pt x="2556" y="3298"/>
                      <a:pt x="1646" y="3298"/>
                    </a:cubicBezTo>
                    <a:cubicBezTo>
                      <a:pt x="737" y="3298"/>
                      <a:pt x="0" y="2555"/>
                      <a:pt x="0" y="1646"/>
                    </a:cubicBezTo>
                    <a:cubicBezTo>
                      <a:pt x="0" y="737"/>
                      <a:pt x="737" y="0"/>
                      <a:pt x="1646" y="0"/>
                    </a:cubicBezTo>
                    <a:cubicBezTo>
                      <a:pt x="2556" y="0"/>
                      <a:pt x="3298" y="737"/>
                      <a:pt x="3298" y="164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2" name="Google Shape;282;p73"/>
              <p:cNvSpPr/>
              <p:nvPr/>
            </p:nvSpPr>
            <p:spPr>
              <a:xfrm rot="-5400000">
                <a:off x="8430769" y="3939203"/>
                <a:ext cx="224528" cy="224503"/>
              </a:xfrm>
              <a:custGeom>
                <a:rect b="b" l="l" r="r" t="t"/>
                <a:pathLst>
                  <a:path extrusionOk="0" h="3298" w="3298">
                    <a:moveTo>
                      <a:pt x="3298" y="1646"/>
                    </a:moveTo>
                    <a:cubicBezTo>
                      <a:pt x="3298" y="2555"/>
                      <a:pt x="2556" y="3298"/>
                      <a:pt x="1646" y="3298"/>
                    </a:cubicBezTo>
                    <a:cubicBezTo>
                      <a:pt x="737" y="3298"/>
                      <a:pt x="0" y="2555"/>
                      <a:pt x="0" y="1646"/>
                    </a:cubicBezTo>
                    <a:cubicBezTo>
                      <a:pt x="0" y="737"/>
                      <a:pt x="737" y="0"/>
                      <a:pt x="1646" y="0"/>
                    </a:cubicBezTo>
                    <a:cubicBezTo>
                      <a:pt x="2556" y="0"/>
                      <a:pt x="3298" y="737"/>
                      <a:pt x="3298" y="164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74"/>
          <p:cNvSpPr txBox="1"/>
          <p:nvPr>
            <p:ph type="title"/>
          </p:nvPr>
        </p:nvSpPr>
        <p:spPr>
          <a:xfrm>
            <a:off x="720000" y="1784150"/>
            <a:ext cx="35979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5" name="Google Shape;285;p74"/>
          <p:cNvSpPr txBox="1"/>
          <p:nvPr>
            <p:ph idx="1" type="subTitle"/>
          </p:nvPr>
        </p:nvSpPr>
        <p:spPr>
          <a:xfrm>
            <a:off x="720000" y="2449450"/>
            <a:ext cx="3597900" cy="9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86" name="Google Shape;286;p74"/>
          <p:cNvGrpSpPr/>
          <p:nvPr/>
        </p:nvGrpSpPr>
        <p:grpSpPr>
          <a:xfrm>
            <a:off x="-313975" y="-235500"/>
            <a:ext cx="8764375" cy="5229850"/>
            <a:chOff x="-313975" y="-235500"/>
            <a:chExt cx="8764375" cy="5229850"/>
          </a:xfrm>
        </p:grpSpPr>
        <p:cxnSp>
          <p:nvCxnSpPr>
            <p:cNvPr id="287" name="Google Shape;287;p74"/>
            <p:cNvCxnSpPr/>
            <p:nvPr/>
          </p:nvCxnSpPr>
          <p:spPr>
            <a:xfrm>
              <a:off x="-122100" y="-123950"/>
              <a:ext cx="8572500" cy="5118300"/>
            </a:xfrm>
            <a:prstGeom prst="bentConnector3">
              <a:avLst>
                <a:gd fmla="val 5355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288" name="Google Shape;288;p74"/>
            <p:cNvCxnSpPr/>
            <p:nvPr/>
          </p:nvCxnSpPr>
          <p:spPr>
            <a:xfrm>
              <a:off x="-313975" y="-235500"/>
              <a:ext cx="8572500" cy="5118300"/>
            </a:xfrm>
            <a:prstGeom prst="bentConnector3">
              <a:avLst>
                <a:gd fmla="val 5355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</p:grpSp>
      <p:grpSp>
        <p:nvGrpSpPr>
          <p:cNvPr id="289" name="Google Shape;289;p74"/>
          <p:cNvGrpSpPr/>
          <p:nvPr/>
        </p:nvGrpSpPr>
        <p:grpSpPr>
          <a:xfrm>
            <a:off x="8576588" y="4496316"/>
            <a:ext cx="422946" cy="368845"/>
            <a:chOff x="8576588" y="4496316"/>
            <a:chExt cx="422946" cy="368845"/>
          </a:xfrm>
        </p:grpSpPr>
        <p:sp>
          <p:nvSpPr>
            <p:cNvPr id="290" name="Google Shape;290;p74"/>
            <p:cNvSpPr/>
            <p:nvPr/>
          </p:nvSpPr>
          <p:spPr>
            <a:xfrm rot="-5400000">
              <a:off x="8576580" y="4720848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74"/>
            <p:cNvSpPr/>
            <p:nvPr/>
          </p:nvSpPr>
          <p:spPr>
            <a:xfrm rot="-5400000">
              <a:off x="8775019" y="4496328"/>
              <a:ext cx="224528" cy="224503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"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75"/>
          <p:cNvSpPr txBox="1"/>
          <p:nvPr>
            <p:ph type="title"/>
          </p:nvPr>
        </p:nvSpPr>
        <p:spPr>
          <a:xfrm>
            <a:off x="713264" y="685100"/>
            <a:ext cx="4629300" cy="10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4" name="Google Shape;294;p75"/>
          <p:cNvSpPr txBox="1"/>
          <p:nvPr>
            <p:ph idx="1" type="subTitle"/>
          </p:nvPr>
        </p:nvSpPr>
        <p:spPr>
          <a:xfrm>
            <a:off x="713225" y="1722730"/>
            <a:ext cx="4629300" cy="11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5" name="Google Shape;295;p75"/>
          <p:cNvSpPr txBox="1"/>
          <p:nvPr/>
        </p:nvSpPr>
        <p:spPr>
          <a:xfrm>
            <a:off x="713277" y="3611950"/>
            <a:ext cx="46293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CREDITS: This presentation template was created by </a:t>
            </a:r>
            <a:r>
              <a:rPr b="1" i="0" lang="en" sz="1200" u="sng" cap="none" strike="noStrike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2"/>
              </a:rPr>
              <a:t>Slidesgo</a:t>
            </a:r>
            <a:r>
              <a:rPr b="1" i="0" lang="en" sz="1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</a:t>
            </a:r>
            <a:r>
              <a:rPr b="0" i="0" lang="en" sz="1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and includes icons by </a:t>
            </a:r>
            <a:r>
              <a:rPr b="1" i="0" lang="en" sz="1200" u="sng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0" i="0" lang="en" sz="1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and infographics &amp; images by </a:t>
            </a:r>
            <a:r>
              <a:rPr b="1" i="0" lang="en" sz="1200" u="sng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1" i="0" lang="en" sz="1200" u="sng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b="1" i="0" sz="1200" u="sng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296" name="Google Shape;296;p75"/>
          <p:cNvGrpSpPr/>
          <p:nvPr/>
        </p:nvGrpSpPr>
        <p:grpSpPr>
          <a:xfrm>
            <a:off x="179243" y="1771891"/>
            <a:ext cx="400449" cy="2933145"/>
            <a:chOff x="7553711" y="-2334286"/>
            <a:chExt cx="455625" cy="3337291"/>
          </a:xfrm>
        </p:grpSpPr>
        <p:sp>
          <p:nvSpPr>
            <p:cNvPr id="297" name="Google Shape;297;p75"/>
            <p:cNvSpPr/>
            <p:nvPr/>
          </p:nvSpPr>
          <p:spPr>
            <a:xfrm>
              <a:off x="7728940" y="-1977361"/>
              <a:ext cx="280396" cy="280396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75"/>
            <p:cNvSpPr/>
            <p:nvPr/>
          </p:nvSpPr>
          <p:spPr>
            <a:xfrm>
              <a:off x="7766124" y="796950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75"/>
            <p:cNvSpPr/>
            <p:nvPr/>
          </p:nvSpPr>
          <p:spPr>
            <a:xfrm>
              <a:off x="7553711" y="-2334286"/>
              <a:ext cx="151325" cy="15132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0" name="Google Shape;300;p75"/>
          <p:cNvGrpSpPr/>
          <p:nvPr/>
        </p:nvGrpSpPr>
        <p:grpSpPr>
          <a:xfrm>
            <a:off x="312250" y="-762725"/>
            <a:ext cx="855850" cy="2170900"/>
            <a:chOff x="312250" y="-762725"/>
            <a:chExt cx="855850" cy="2170900"/>
          </a:xfrm>
        </p:grpSpPr>
        <p:cxnSp>
          <p:nvCxnSpPr>
            <p:cNvPr id="301" name="Google Shape;301;p75"/>
            <p:cNvCxnSpPr/>
            <p:nvPr/>
          </p:nvCxnSpPr>
          <p:spPr>
            <a:xfrm rot="5400000">
              <a:off x="-237850" y="2225"/>
              <a:ext cx="2082300" cy="729600"/>
            </a:xfrm>
            <a:prstGeom prst="bentConnector3">
              <a:avLst>
                <a:gd fmla="val 43507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302" name="Google Shape;302;p75"/>
            <p:cNvCxnSpPr/>
            <p:nvPr/>
          </p:nvCxnSpPr>
          <p:spPr>
            <a:xfrm rot="5400000">
              <a:off x="-317750" y="-132725"/>
              <a:ext cx="1866600" cy="6066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7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5" name="Google Shape;305;p76"/>
          <p:cNvSpPr txBox="1"/>
          <p:nvPr>
            <p:ph idx="1" type="subTitle"/>
          </p:nvPr>
        </p:nvSpPr>
        <p:spPr>
          <a:xfrm>
            <a:off x="720000" y="1268825"/>
            <a:ext cx="77040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06" name="Google Shape;306;p76"/>
          <p:cNvGrpSpPr/>
          <p:nvPr/>
        </p:nvGrpSpPr>
        <p:grpSpPr>
          <a:xfrm>
            <a:off x="8217450" y="-781975"/>
            <a:ext cx="1124700" cy="6431700"/>
            <a:chOff x="8217450" y="-781975"/>
            <a:chExt cx="1124700" cy="6431700"/>
          </a:xfrm>
        </p:grpSpPr>
        <p:cxnSp>
          <p:nvCxnSpPr>
            <p:cNvPr id="307" name="Google Shape;307;p76"/>
            <p:cNvCxnSpPr/>
            <p:nvPr/>
          </p:nvCxnSpPr>
          <p:spPr>
            <a:xfrm rot="5400000">
              <a:off x="7864150" y="-105625"/>
              <a:ext cx="2082300" cy="729600"/>
            </a:xfrm>
            <a:prstGeom prst="bentConnector3">
              <a:avLst>
                <a:gd fmla="val 43507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308" name="Google Shape;308;p76"/>
            <p:cNvCxnSpPr/>
            <p:nvPr/>
          </p:nvCxnSpPr>
          <p:spPr>
            <a:xfrm rot="5400000">
              <a:off x="8105550" y="-44125"/>
              <a:ext cx="1866600" cy="6066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309" name="Google Shape;309;p76"/>
            <p:cNvCxnSpPr/>
            <p:nvPr/>
          </p:nvCxnSpPr>
          <p:spPr>
            <a:xfrm rot="-5400000">
              <a:off x="7613150" y="4243775"/>
              <a:ext cx="2082300" cy="729600"/>
            </a:xfrm>
            <a:prstGeom prst="bentConnector3">
              <a:avLst>
                <a:gd fmla="val 43507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310" name="Google Shape;310;p76"/>
            <p:cNvCxnSpPr/>
            <p:nvPr/>
          </p:nvCxnSpPr>
          <p:spPr>
            <a:xfrm rot="-5400000">
              <a:off x="7587450" y="4305275"/>
              <a:ext cx="1866600" cy="6066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</p:grpSp>
      <p:grpSp>
        <p:nvGrpSpPr>
          <p:cNvPr id="311" name="Google Shape;311;p76"/>
          <p:cNvGrpSpPr/>
          <p:nvPr/>
        </p:nvGrpSpPr>
        <p:grpSpPr>
          <a:xfrm>
            <a:off x="8618643" y="1192466"/>
            <a:ext cx="400449" cy="2933145"/>
            <a:chOff x="7553711" y="-2334286"/>
            <a:chExt cx="455625" cy="3337291"/>
          </a:xfrm>
        </p:grpSpPr>
        <p:sp>
          <p:nvSpPr>
            <p:cNvPr id="312" name="Google Shape;312;p76"/>
            <p:cNvSpPr/>
            <p:nvPr/>
          </p:nvSpPr>
          <p:spPr>
            <a:xfrm>
              <a:off x="7728940" y="-1977361"/>
              <a:ext cx="280396" cy="280396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76"/>
            <p:cNvSpPr/>
            <p:nvPr/>
          </p:nvSpPr>
          <p:spPr>
            <a:xfrm>
              <a:off x="7766124" y="796950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76"/>
            <p:cNvSpPr/>
            <p:nvPr/>
          </p:nvSpPr>
          <p:spPr>
            <a:xfrm>
              <a:off x="7553711" y="-2334286"/>
              <a:ext cx="151325" cy="15132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7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7" name="Google Shape;317;p77"/>
          <p:cNvSpPr txBox="1"/>
          <p:nvPr>
            <p:ph idx="1" type="subTitle"/>
          </p:nvPr>
        </p:nvSpPr>
        <p:spPr>
          <a:xfrm>
            <a:off x="946900" y="1391225"/>
            <a:ext cx="36558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18" name="Google Shape;318;p77"/>
          <p:cNvSpPr txBox="1"/>
          <p:nvPr>
            <p:ph idx="2" type="subTitle"/>
          </p:nvPr>
        </p:nvSpPr>
        <p:spPr>
          <a:xfrm>
            <a:off x="4768200" y="1391225"/>
            <a:ext cx="36558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319" name="Google Shape;319;p77"/>
          <p:cNvGrpSpPr/>
          <p:nvPr/>
        </p:nvGrpSpPr>
        <p:grpSpPr>
          <a:xfrm>
            <a:off x="151350" y="-3269025"/>
            <a:ext cx="9343200" cy="7939700"/>
            <a:chOff x="151350" y="-3269025"/>
            <a:chExt cx="9343200" cy="7939700"/>
          </a:xfrm>
        </p:grpSpPr>
        <p:cxnSp>
          <p:nvCxnSpPr>
            <p:cNvPr id="320" name="Google Shape;320;p77"/>
            <p:cNvCxnSpPr/>
            <p:nvPr/>
          </p:nvCxnSpPr>
          <p:spPr>
            <a:xfrm rot="5400000">
              <a:off x="7864150" y="-105625"/>
              <a:ext cx="2082300" cy="729600"/>
            </a:xfrm>
            <a:prstGeom prst="bentConnector3">
              <a:avLst>
                <a:gd fmla="val 43507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321" name="Google Shape;321;p77"/>
            <p:cNvCxnSpPr/>
            <p:nvPr/>
          </p:nvCxnSpPr>
          <p:spPr>
            <a:xfrm rot="5400000">
              <a:off x="8105550" y="-44125"/>
              <a:ext cx="1866600" cy="6066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322" name="Google Shape;322;p77"/>
            <p:cNvCxnSpPr/>
            <p:nvPr/>
          </p:nvCxnSpPr>
          <p:spPr>
            <a:xfrm flipH="1" rot="-5400000">
              <a:off x="6680600" y="1389250"/>
              <a:ext cx="3956400" cy="303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323" name="Google Shape;323;p77"/>
            <p:cNvCxnSpPr/>
            <p:nvPr/>
          </p:nvCxnSpPr>
          <p:spPr>
            <a:xfrm rot="5400000">
              <a:off x="6559050" y="1735175"/>
              <a:ext cx="5192400" cy="678600"/>
            </a:xfrm>
            <a:prstGeom prst="bentConnector3">
              <a:avLst>
                <a:gd fmla="val 35464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324" name="Google Shape;324;p77"/>
            <p:cNvCxnSpPr/>
            <p:nvPr/>
          </p:nvCxnSpPr>
          <p:spPr>
            <a:xfrm rot="5400000">
              <a:off x="-1267400" y="-1712325"/>
              <a:ext cx="3789900" cy="6765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325" name="Google Shape;325;p77"/>
            <p:cNvCxnSpPr/>
            <p:nvPr/>
          </p:nvCxnSpPr>
          <p:spPr>
            <a:xfrm rot="5400000">
              <a:off x="-1476000" y="-1533825"/>
              <a:ext cx="4141200" cy="8865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326" name="Google Shape;326;p77"/>
            <p:cNvCxnSpPr/>
            <p:nvPr/>
          </p:nvCxnSpPr>
          <p:spPr>
            <a:xfrm flipH="1" rot="-5400000">
              <a:off x="-1623700" y="-1097800"/>
              <a:ext cx="3956400" cy="303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327" name="Google Shape;327;p77"/>
            <p:cNvCxnSpPr/>
            <p:nvPr/>
          </p:nvCxnSpPr>
          <p:spPr>
            <a:xfrm rot="5400000">
              <a:off x="-1745250" y="-751875"/>
              <a:ext cx="5192400" cy="678600"/>
            </a:xfrm>
            <a:prstGeom prst="bentConnector3">
              <a:avLst>
                <a:gd fmla="val 35464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</p:grpSp>
      <p:grpSp>
        <p:nvGrpSpPr>
          <p:cNvPr id="328" name="Google Shape;328;p77"/>
          <p:cNvGrpSpPr/>
          <p:nvPr/>
        </p:nvGrpSpPr>
        <p:grpSpPr>
          <a:xfrm>
            <a:off x="151475" y="1703025"/>
            <a:ext cx="8644525" cy="3344075"/>
            <a:chOff x="151475" y="1703025"/>
            <a:chExt cx="8644525" cy="3344075"/>
          </a:xfrm>
        </p:grpSpPr>
        <p:sp>
          <p:nvSpPr>
            <p:cNvPr id="329" name="Google Shape;329;p77"/>
            <p:cNvSpPr/>
            <p:nvPr/>
          </p:nvSpPr>
          <p:spPr>
            <a:xfrm>
              <a:off x="151475" y="1703025"/>
              <a:ext cx="183600" cy="183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30" name="Google Shape;330;p77"/>
            <p:cNvSpPr/>
            <p:nvPr/>
          </p:nvSpPr>
          <p:spPr>
            <a:xfrm>
              <a:off x="335075" y="2612825"/>
              <a:ext cx="83400" cy="83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31" name="Google Shape;331;p77"/>
            <p:cNvSpPr/>
            <p:nvPr/>
          </p:nvSpPr>
          <p:spPr>
            <a:xfrm>
              <a:off x="235000" y="2880000"/>
              <a:ext cx="183600" cy="183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32" name="Google Shape;332;p77"/>
            <p:cNvSpPr/>
            <p:nvPr/>
          </p:nvSpPr>
          <p:spPr>
            <a:xfrm>
              <a:off x="335075" y="3371175"/>
              <a:ext cx="83400" cy="83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33" name="Google Shape;333;p77"/>
            <p:cNvSpPr/>
            <p:nvPr/>
          </p:nvSpPr>
          <p:spPr>
            <a:xfrm>
              <a:off x="8612400" y="4863500"/>
              <a:ext cx="183600" cy="183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6" name="Google Shape;336;p82"/>
          <p:cNvGrpSpPr/>
          <p:nvPr/>
        </p:nvGrpSpPr>
        <p:grpSpPr>
          <a:xfrm>
            <a:off x="-709225" y="2020450"/>
            <a:ext cx="10403925" cy="4250875"/>
            <a:chOff x="-709225" y="2020450"/>
            <a:chExt cx="10403925" cy="4250875"/>
          </a:xfrm>
        </p:grpSpPr>
        <p:grpSp>
          <p:nvGrpSpPr>
            <p:cNvPr id="337" name="Google Shape;337;p82"/>
            <p:cNvGrpSpPr/>
            <p:nvPr/>
          </p:nvGrpSpPr>
          <p:grpSpPr>
            <a:xfrm>
              <a:off x="176175" y="2459300"/>
              <a:ext cx="418425" cy="3812025"/>
              <a:chOff x="176175" y="2459300"/>
              <a:chExt cx="418425" cy="3812025"/>
            </a:xfrm>
          </p:grpSpPr>
          <p:cxnSp>
            <p:nvCxnSpPr>
              <p:cNvPr id="338" name="Google Shape;338;p82"/>
              <p:cNvCxnSpPr/>
              <p:nvPr/>
            </p:nvCxnSpPr>
            <p:spPr>
              <a:xfrm flipH="1" rot="5400000">
                <a:off x="-1093800" y="3815900"/>
                <a:ext cx="3045000" cy="3318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med" w="med" type="oval"/>
              </a:ln>
            </p:spPr>
          </p:cxnSp>
          <p:cxnSp>
            <p:nvCxnSpPr>
              <p:cNvPr id="339" name="Google Shape;339;p82"/>
              <p:cNvCxnSpPr/>
              <p:nvPr/>
            </p:nvCxnSpPr>
            <p:spPr>
              <a:xfrm flipH="1" rot="5400000">
                <a:off x="-1327875" y="4449875"/>
                <a:ext cx="3325500" cy="317400"/>
              </a:xfrm>
              <a:prstGeom prst="bentConnector3">
                <a:avLst>
                  <a:gd fmla="val 64575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med" w="med" type="oval"/>
              </a:ln>
            </p:spPr>
          </p:cxnSp>
        </p:grpSp>
        <p:grpSp>
          <p:nvGrpSpPr>
            <p:cNvPr id="340" name="Google Shape;340;p82"/>
            <p:cNvGrpSpPr/>
            <p:nvPr/>
          </p:nvGrpSpPr>
          <p:grpSpPr>
            <a:xfrm>
              <a:off x="-709225" y="4185350"/>
              <a:ext cx="7895400" cy="1976375"/>
              <a:chOff x="-709225" y="4185350"/>
              <a:chExt cx="7895400" cy="1976375"/>
            </a:xfrm>
          </p:grpSpPr>
          <p:cxnSp>
            <p:nvCxnSpPr>
              <p:cNvPr id="341" name="Google Shape;341;p82"/>
              <p:cNvCxnSpPr/>
              <p:nvPr/>
            </p:nvCxnSpPr>
            <p:spPr>
              <a:xfrm flipH="1" rot="10800000">
                <a:off x="-709225" y="4185350"/>
                <a:ext cx="7895400" cy="1147500"/>
              </a:xfrm>
              <a:prstGeom prst="bentConnector3">
                <a:avLst>
                  <a:gd fmla="val 71221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med" w="med" type="oval"/>
              </a:ln>
            </p:spPr>
          </p:cxnSp>
          <p:cxnSp>
            <p:nvCxnSpPr>
              <p:cNvPr id="342" name="Google Shape;342;p82"/>
              <p:cNvCxnSpPr/>
              <p:nvPr/>
            </p:nvCxnSpPr>
            <p:spPr>
              <a:xfrm flipH="1" rot="10800000">
                <a:off x="2953025" y="4367125"/>
                <a:ext cx="3567000" cy="17946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med" w="med" type="oval"/>
              </a:ln>
            </p:spPr>
          </p:cxnSp>
        </p:grpSp>
        <p:grpSp>
          <p:nvGrpSpPr>
            <p:cNvPr id="343" name="Google Shape;343;p82"/>
            <p:cNvGrpSpPr/>
            <p:nvPr/>
          </p:nvGrpSpPr>
          <p:grpSpPr>
            <a:xfrm>
              <a:off x="8878450" y="2020450"/>
              <a:ext cx="816250" cy="2568900"/>
              <a:chOff x="8878450" y="2020450"/>
              <a:chExt cx="816250" cy="2568900"/>
            </a:xfrm>
          </p:grpSpPr>
          <p:cxnSp>
            <p:nvCxnSpPr>
              <p:cNvPr id="344" name="Google Shape;344;p82"/>
              <p:cNvCxnSpPr/>
              <p:nvPr/>
            </p:nvCxnSpPr>
            <p:spPr>
              <a:xfrm rot="5400000">
                <a:off x="7933150" y="2965750"/>
                <a:ext cx="2568900" cy="678300"/>
              </a:xfrm>
              <a:prstGeom prst="bentConnector3">
                <a:avLst>
                  <a:gd fmla="val 4494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med" w="med" type="oval"/>
              </a:ln>
            </p:spPr>
          </p:cxnSp>
          <p:cxnSp>
            <p:nvCxnSpPr>
              <p:cNvPr id="345" name="Google Shape;345;p82"/>
              <p:cNvCxnSpPr/>
              <p:nvPr/>
            </p:nvCxnSpPr>
            <p:spPr>
              <a:xfrm rot="5400000">
                <a:off x="8288750" y="2779400"/>
                <a:ext cx="2082300" cy="7296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med" w="med" type="oval"/>
              </a:ln>
            </p:spPr>
          </p:cxnSp>
        </p:grpSp>
      </p:grpSp>
      <p:grpSp>
        <p:nvGrpSpPr>
          <p:cNvPr id="346" name="Google Shape;346;p82"/>
          <p:cNvGrpSpPr/>
          <p:nvPr/>
        </p:nvGrpSpPr>
        <p:grpSpPr>
          <a:xfrm>
            <a:off x="84278" y="2240873"/>
            <a:ext cx="8837445" cy="2718104"/>
            <a:chOff x="84278" y="2240873"/>
            <a:chExt cx="8837445" cy="2718104"/>
          </a:xfrm>
        </p:grpSpPr>
        <p:sp>
          <p:nvSpPr>
            <p:cNvPr id="347" name="Google Shape;347;p82"/>
            <p:cNvSpPr/>
            <p:nvPr/>
          </p:nvSpPr>
          <p:spPr>
            <a:xfrm>
              <a:off x="84278" y="2240873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82"/>
            <p:cNvSpPr/>
            <p:nvPr/>
          </p:nvSpPr>
          <p:spPr>
            <a:xfrm>
              <a:off x="8777403" y="4814673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0" name="Google Shape;350;p83"/>
          <p:cNvGrpSpPr/>
          <p:nvPr/>
        </p:nvGrpSpPr>
        <p:grpSpPr>
          <a:xfrm>
            <a:off x="140000" y="188300"/>
            <a:ext cx="580000" cy="6094500"/>
            <a:chOff x="140000" y="188300"/>
            <a:chExt cx="580000" cy="6094500"/>
          </a:xfrm>
        </p:grpSpPr>
        <p:cxnSp>
          <p:nvCxnSpPr>
            <p:cNvPr id="351" name="Google Shape;351;p83"/>
            <p:cNvCxnSpPr/>
            <p:nvPr/>
          </p:nvCxnSpPr>
          <p:spPr>
            <a:xfrm rot="-5400000">
              <a:off x="-522000" y="4271050"/>
              <a:ext cx="2018700" cy="465300"/>
            </a:xfrm>
            <a:prstGeom prst="bentConnector2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352" name="Google Shape;352;p83"/>
            <p:cNvCxnSpPr/>
            <p:nvPr/>
          </p:nvCxnSpPr>
          <p:spPr>
            <a:xfrm rot="-5400000">
              <a:off x="-2575525" y="3200000"/>
              <a:ext cx="6094500" cy="711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353" name="Google Shape;353;p83"/>
            <p:cNvCxnSpPr/>
            <p:nvPr/>
          </p:nvCxnSpPr>
          <p:spPr>
            <a:xfrm rot="-5400000">
              <a:off x="-1584400" y="3258800"/>
              <a:ext cx="3657300" cy="2085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</p:grpSp>
      <p:grpSp>
        <p:nvGrpSpPr>
          <p:cNvPr id="354" name="Google Shape;354;p83"/>
          <p:cNvGrpSpPr/>
          <p:nvPr/>
        </p:nvGrpSpPr>
        <p:grpSpPr>
          <a:xfrm>
            <a:off x="64493" y="394791"/>
            <a:ext cx="400449" cy="2933145"/>
            <a:chOff x="7553711" y="-2334286"/>
            <a:chExt cx="455625" cy="3337291"/>
          </a:xfrm>
        </p:grpSpPr>
        <p:sp>
          <p:nvSpPr>
            <p:cNvPr id="355" name="Google Shape;355;p83"/>
            <p:cNvSpPr/>
            <p:nvPr/>
          </p:nvSpPr>
          <p:spPr>
            <a:xfrm>
              <a:off x="7728940" y="-1977361"/>
              <a:ext cx="280396" cy="280396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83"/>
            <p:cNvSpPr/>
            <p:nvPr/>
          </p:nvSpPr>
          <p:spPr>
            <a:xfrm>
              <a:off x="7766124" y="796950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83"/>
            <p:cNvSpPr/>
            <p:nvPr/>
          </p:nvSpPr>
          <p:spPr>
            <a:xfrm>
              <a:off x="7553711" y="-2334286"/>
              <a:ext cx="151325" cy="15132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 1">
  <p:cSld name="BLANK_1_1_1_1_1_1_1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dea0403f53_0_37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0" name="Google Shape;360;g3dea0403f53_0_374"/>
          <p:cNvSpPr txBox="1"/>
          <p:nvPr>
            <p:ph idx="1" type="subTitle"/>
          </p:nvPr>
        </p:nvSpPr>
        <p:spPr>
          <a:xfrm>
            <a:off x="2917223" y="1661100"/>
            <a:ext cx="4240500" cy="3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1" name="Google Shape;361;g3dea0403f53_0_374"/>
          <p:cNvSpPr txBox="1"/>
          <p:nvPr>
            <p:ph idx="2" type="subTitle"/>
          </p:nvPr>
        </p:nvSpPr>
        <p:spPr>
          <a:xfrm>
            <a:off x="2917223" y="2479450"/>
            <a:ext cx="4240500" cy="3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2" name="Google Shape;362;g3dea0403f53_0_374"/>
          <p:cNvSpPr txBox="1"/>
          <p:nvPr>
            <p:ph idx="3" type="subTitle"/>
          </p:nvPr>
        </p:nvSpPr>
        <p:spPr>
          <a:xfrm>
            <a:off x="2917223" y="3297775"/>
            <a:ext cx="4240500" cy="3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3" name="Google Shape;363;g3dea0403f53_0_374"/>
          <p:cNvSpPr txBox="1"/>
          <p:nvPr>
            <p:ph idx="4" type="subTitle"/>
          </p:nvPr>
        </p:nvSpPr>
        <p:spPr>
          <a:xfrm>
            <a:off x="2917223" y="4116100"/>
            <a:ext cx="4240500" cy="3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4" name="Google Shape;364;g3dea0403f53_0_374"/>
          <p:cNvSpPr txBox="1"/>
          <p:nvPr>
            <p:ph hasCustomPrompt="1" idx="5" type="title"/>
          </p:nvPr>
        </p:nvSpPr>
        <p:spPr>
          <a:xfrm>
            <a:off x="1986273" y="1401350"/>
            <a:ext cx="590400" cy="3636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65" name="Google Shape;365;g3dea0403f53_0_374"/>
          <p:cNvSpPr txBox="1"/>
          <p:nvPr>
            <p:ph hasCustomPrompt="1" idx="6" type="title"/>
          </p:nvPr>
        </p:nvSpPr>
        <p:spPr>
          <a:xfrm>
            <a:off x="1986273" y="3037983"/>
            <a:ext cx="590400" cy="3636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66" name="Google Shape;366;g3dea0403f53_0_374"/>
          <p:cNvSpPr txBox="1"/>
          <p:nvPr>
            <p:ph hasCustomPrompt="1" idx="7" type="title"/>
          </p:nvPr>
        </p:nvSpPr>
        <p:spPr>
          <a:xfrm>
            <a:off x="1986273" y="2219667"/>
            <a:ext cx="590400" cy="3636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67" name="Google Shape;367;g3dea0403f53_0_374"/>
          <p:cNvSpPr txBox="1"/>
          <p:nvPr>
            <p:ph hasCustomPrompt="1" idx="8" type="title"/>
          </p:nvPr>
        </p:nvSpPr>
        <p:spPr>
          <a:xfrm>
            <a:off x="1986273" y="3856300"/>
            <a:ext cx="590400" cy="3636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68" name="Google Shape;368;g3dea0403f53_0_374"/>
          <p:cNvSpPr txBox="1"/>
          <p:nvPr>
            <p:ph idx="9" type="subTitle"/>
          </p:nvPr>
        </p:nvSpPr>
        <p:spPr>
          <a:xfrm>
            <a:off x="2917223" y="1401350"/>
            <a:ext cx="4240500" cy="36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69" name="Google Shape;369;g3dea0403f53_0_374"/>
          <p:cNvSpPr txBox="1"/>
          <p:nvPr>
            <p:ph idx="13" type="subTitle"/>
          </p:nvPr>
        </p:nvSpPr>
        <p:spPr>
          <a:xfrm>
            <a:off x="2917227" y="2219700"/>
            <a:ext cx="4240500" cy="36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70" name="Google Shape;370;g3dea0403f53_0_374"/>
          <p:cNvSpPr txBox="1"/>
          <p:nvPr>
            <p:ph idx="14" type="subTitle"/>
          </p:nvPr>
        </p:nvSpPr>
        <p:spPr>
          <a:xfrm>
            <a:off x="2917223" y="3037976"/>
            <a:ext cx="4240500" cy="36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71" name="Google Shape;371;g3dea0403f53_0_374"/>
          <p:cNvSpPr txBox="1"/>
          <p:nvPr>
            <p:ph idx="15" type="subTitle"/>
          </p:nvPr>
        </p:nvSpPr>
        <p:spPr>
          <a:xfrm>
            <a:off x="2917227" y="3856301"/>
            <a:ext cx="4240500" cy="36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372" name="Google Shape;372;g3dea0403f53_0_374"/>
          <p:cNvGrpSpPr/>
          <p:nvPr/>
        </p:nvGrpSpPr>
        <p:grpSpPr>
          <a:xfrm>
            <a:off x="8113600" y="227500"/>
            <a:ext cx="882599" cy="403555"/>
            <a:chOff x="7884075" y="238975"/>
            <a:chExt cx="882599" cy="403555"/>
          </a:xfrm>
        </p:grpSpPr>
        <p:sp>
          <p:nvSpPr>
            <p:cNvPr id="373" name="Google Shape;373;g3dea0403f53_0_374"/>
            <p:cNvSpPr/>
            <p:nvPr/>
          </p:nvSpPr>
          <p:spPr>
            <a:xfrm>
              <a:off x="8255437" y="436475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g3dea0403f53_0_374"/>
            <p:cNvSpPr/>
            <p:nvPr/>
          </p:nvSpPr>
          <p:spPr>
            <a:xfrm>
              <a:off x="7884075" y="238975"/>
              <a:ext cx="139874" cy="13987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g3dea0403f53_0_374"/>
            <p:cNvSpPr/>
            <p:nvPr/>
          </p:nvSpPr>
          <p:spPr>
            <a:xfrm>
              <a:off x="8626800" y="378850"/>
              <a:ext cx="139874" cy="13987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6" name="Google Shape;376;g3dea0403f53_0_374"/>
          <p:cNvGrpSpPr/>
          <p:nvPr/>
        </p:nvGrpSpPr>
        <p:grpSpPr>
          <a:xfrm>
            <a:off x="378100" y="-216500"/>
            <a:ext cx="8131200" cy="5239200"/>
            <a:chOff x="378100" y="-216500"/>
            <a:chExt cx="8131200" cy="5239200"/>
          </a:xfrm>
        </p:grpSpPr>
        <p:cxnSp>
          <p:nvCxnSpPr>
            <p:cNvPr id="377" name="Google Shape;377;g3dea0403f53_0_374"/>
            <p:cNvCxnSpPr/>
            <p:nvPr/>
          </p:nvCxnSpPr>
          <p:spPr>
            <a:xfrm>
              <a:off x="378100" y="-216500"/>
              <a:ext cx="7978800" cy="5086800"/>
            </a:xfrm>
            <a:prstGeom prst="bentConnector3">
              <a:avLst>
                <a:gd fmla="val -97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378" name="Google Shape;378;g3dea0403f53_0_374"/>
            <p:cNvCxnSpPr/>
            <p:nvPr/>
          </p:nvCxnSpPr>
          <p:spPr>
            <a:xfrm>
              <a:off x="530500" y="-64100"/>
              <a:ext cx="7978800" cy="5086800"/>
            </a:xfrm>
            <a:prstGeom prst="bentConnector3">
              <a:avLst>
                <a:gd fmla="val -97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ONE_COLUMN_TEXT_1_1"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dea0403f53_0_75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1" name="Google Shape;381;g3dea0403f53_0_752"/>
          <p:cNvSpPr txBox="1"/>
          <p:nvPr>
            <p:ph idx="1" type="subTitle"/>
          </p:nvPr>
        </p:nvSpPr>
        <p:spPr>
          <a:xfrm>
            <a:off x="4827974" y="1602925"/>
            <a:ext cx="3318600" cy="192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2" name="Google Shape;382;g3dea0403f53_0_752"/>
          <p:cNvSpPr txBox="1"/>
          <p:nvPr>
            <p:ph idx="2" type="subTitle"/>
          </p:nvPr>
        </p:nvSpPr>
        <p:spPr>
          <a:xfrm>
            <a:off x="997425" y="1602925"/>
            <a:ext cx="3318600" cy="192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83" name="Google Shape;383;g3dea0403f53_0_752"/>
          <p:cNvGrpSpPr/>
          <p:nvPr/>
        </p:nvGrpSpPr>
        <p:grpSpPr>
          <a:xfrm>
            <a:off x="-320650" y="-762725"/>
            <a:ext cx="9327075" cy="7125850"/>
            <a:chOff x="-320650" y="-762725"/>
            <a:chExt cx="9327075" cy="7125850"/>
          </a:xfrm>
        </p:grpSpPr>
        <p:cxnSp>
          <p:nvCxnSpPr>
            <p:cNvPr id="384" name="Google Shape;384;g3dea0403f53_0_752"/>
            <p:cNvCxnSpPr/>
            <p:nvPr/>
          </p:nvCxnSpPr>
          <p:spPr>
            <a:xfrm flipH="1" rot="-5400000">
              <a:off x="6857075" y="1775500"/>
              <a:ext cx="4097100" cy="1878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385" name="Google Shape;385;g3dea0403f53_0_752"/>
            <p:cNvCxnSpPr/>
            <p:nvPr/>
          </p:nvCxnSpPr>
          <p:spPr>
            <a:xfrm flipH="1" rot="10800000">
              <a:off x="667900" y="4271400"/>
              <a:ext cx="2765700" cy="9639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386" name="Google Shape;386;g3dea0403f53_0_752"/>
            <p:cNvCxnSpPr/>
            <p:nvPr/>
          </p:nvCxnSpPr>
          <p:spPr>
            <a:xfrm flipH="1" rot="5400000">
              <a:off x="7318025" y="3907700"/>
              <a:ext cx="3045000" cy="3318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387" name="Google Shape;387;g3dea0403f53_0_752"/>
            <p:cNvCxnSpPr/>
            <p:nvPr/>
          </p:nvCxnSpPr>
          <p:spPr>
            <a:xfrm flipH="1" rot="5400000">
              <a:off x="7083950" y="4541675"/>
              <a:ext cx="3325500" cy="317400"/>
            </a:xfrm>
            <a:prstGeom prst="bentConnector3">
              <a:avLst>
                <a:gd fmla="val 64575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388" name="Google Shape;388;g3dea0403f53_0_752"/>
            <p:cNvCxnSpPr/>
            <p:nvPr/>
          </p:nvCxnSpPr>
          <p:spPr>
            <a:xfrm flipH="1" rot="10800000">
              <a:off x="-320650" y="4087825"/>
              <a:ext cx="5808300" cy="8787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389" name="Google Shape;389;g3dea0403f53_0_752"/>
            <p:cNvCxnSpPr/>
            <p:nvPr/>
          </p:nvCxnSpPr>
          <p:spPr>
            <a:xfrm rot="5400000">
              <a:off x="-237850" y="2225"/>
              <a:ext cx="2082300" cy="729600"/>
            </a:xfrm>
            <a:prstGeom prst="bentConnector3">
              <a:avLst>
                <a:gd fmla="val 43507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390" name="Google Shape;390;g3dea0403f53_0_752"/>
            <p:cNvCxnSpPr/>
            <p:nvPr/>
          </p:nvCxnSpPr>
          <p:spPr>
            <a:xfrm rot="5400000">
              <a:off x="-317750" y="-132725"/>
              <a:ext cx="1866600" cy="6066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  <p:grpSp>
        <p:nvGrpSpPr>
          <p:cNvPr id="391" name="Google Shape;391;g3dea0403f53_0_752"/>
          <p:cNvGrpSpPr/>
          <p:nvPr/>
        </p:nvGrpSpPr>
        <p:grpSpPr>
          <a:xfrm>
            <a:off x="179243" y="1771891"/>
            <a:ext cx="400449" cy="2933146"/>
            <a:chOff x="7553711" y="-2334286"/>
            <a:chExt cx="455625" cy="3337292"/>
          </a:xfrm>
        </p:grpSpPr>
        <p:sp>
          <p:nvSpPr>
            <p:cNvPr id="392" name="Google Shape;392;g3dea0403f53_0_752"/>
            <p:cNvSpPr/>
            <p:nvPr/>
          </p:nvSpPr>
          <p:spPr>
            <a:xfrm>
              <a:off x="7728940" y="-1977361"/>
              <a:ext cx="280396" cy="280396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g3dea0403f53_0_752"/>
            <p:cNvSpPr/>
            <p:nvPr/>
          </p:nvSpPr>
          <p:spPr>
            <a:xfrm>
              <a:off x="7766124" y="796950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g3dea0403f53_0_752"/>
            <p:cNvSpPr/>
            <p:nvPr/>
          </p:nvSpPr>
          <p:spPr>
            <a:xfrm>
              <a:off x="7553711" y="-2334286"/>
              <a:ext cx="151325" cy="15132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CUSTOM_5_1"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dea0403f53_0_11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97" name="Google Shape;397;g3dea0403f53_0_1125"/>
          <p:cNvSpPr txBox="1"/>
          <p:nvPr>
            <p:ph idx="1" type="subTitle"/>
          </p:nvPr>
        </p:nvSpPr>
        <p:spPr>
          <a:xfrm>
            <a:off x="1967648" y="2084667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8" name="Google Shape;398;g3dea0403f53_0_1125"/>
          <p:cNvSpPr txBox="1"/>
          <p:nvPr>
            <p:ph idx="2" type="subTitle"/>
          </p:nvPr>
        </p:nvSpPr>
        <p:spPr>
          <a:xfrm>
            <a:off x="5198152" y="2084667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9" name="Google Shape;399;g3dea0403f53_0_1125"/>
          <p:cNvSpPr txBox="1"/>
          <p:nvPr>
            <p:ph idx="3" type="subTitle"/>
          </p:nvPr>
        </p:nvSpPr>
        <p:spPr>
          <a:xfrm>
            <a:off x="1967648" y="3518067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0" name="Google Shape;400;g3dea0403f53_0_1125"/>
          <p:cNvSpPr txBox="1"/>
          <p:nvPr>
            <p:ph idx="4" type="subTitle"/>
          </p:nvPr>
        </p:nvSpPr>
        <p:spPr>
          <a:xfrm>
            <a:off x="5198152" y="3518067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1" name="Google Shape;401;g3dea0403f53_0_1125"/>
          <p:cNvSpPr txBox="1"/>
          <p:nvPr>
            <p:ph idx="5" type="subTitle"/>
          </p:nvPr>
        </p:nvSpPr>
        <p:spPr>
          <a:xfrm>
            <a:off x="1967648" y="1778725"/>
            <a:ext cx="19782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2" name="Google Shape;402;g3dea0403f53_0_1125"/>
          <p:cNvSpPr txBox="1"/>
          <p:nvPr>
            <p:ph idx="6" type="subTitle"/>
          </p:nvPr>
        </p:nvSpPr>
        <p:spPr>
          <a:xfrm>
            <a:off x="5198150" y="1778725"/>
            <a:ext cx="19782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3" name="Google Shape;403;g3dea0403f53_0_1125"/>
          <p:cNvSpPr txBox="1"/>
          <p:nvPr>
            <p:ph idx="7" type="subTitle"/>
          </p:nvPr>
        </p:nvSpPr>
        <p:spPr>
          <a:xfrm>
            <a:off x="1967648" y="3212175"/>
            <a:ext cx="19782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4" name="Google Shape;404;g3dea0403f53_0_1125"/>
          <p:cNvSpPr txBox="1"/>
          <p:nvPr>
            <p:ph idx="8" type="subTitle"/>
          </p:nvPr>
        </p:nvSpPr>
        <p:spPr>
          <a:xfrm>
            <a:off x="5198150" y="3212175"/>
            <a:ext cx="19782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405" name="Google Shape;405;g3dea0403f53_0_1125"/>
          <p:cNvGrpSpPr/>
          <p:nvPr/>
        </p:nvGrpSpPr>
        <p:grpSpPr>
          <a:xfrm>
            <a:off x="184960" y="-914261"/>
            <a:ext cx="8511650" cy="5875100"/>
            <a:chOff x="184960" y="-914261"/>
            <a:chExt cx="8511650" cy="5875100"/>
          </a:xfrm>
        </p:grpSpPr>
        <p:cxnSp>
          <p:nvCxnSpPr>
            <p:cNvPr id="406" name="Google Shape;406;g3dea0403f53_0_1125"/>
            <p:cNvCxnSpPr/>
            <p:nvPr/>
          </p:nvCxnSpPr>
          <p:spPr>
            <a:xfrm rot="5400000">
              <a:off x="-1759290" y="1284414"/>
              <a:ext cx="4686900" cy="546300"/>
            </a:xfrm>
            <a:prstGeom prst="bentConnector3">
              <a:avLst>
                <a:gd fmla="val 18882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407" name="Google Shape;407;g3dea0403f53_0_1125"/>
            <p:cNvCxnSpPr/>
            <p:nvPr/>
          </p:nvCxnSpPr>
          <p:spPr>
            <a:xfrm rot="5400000">
              <a:off x="-1581740" y="852439"/>
              <a:ext cx="4140000" cy="606600"/>
            </a:xfrm>
            <a:prstGeom prst="bentConnector3">
              <a:avLst>
                <a:gd fmla="val 32793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408" name="Google Shape;408;g3dea0403f53_0_1125"/>
            <p:cNvCxnSpPr/>
            <p:nvPr/>
          </p:nvCxnSpPr>
          <p:spPr>
            <a:xfrm rot="5400000">
              <a:off x="5885760" y="2149989"/>
              <a:ext cx="5112900" cy="5088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409" name="Google Shape;409;g3dea0403f53_0_1125"/>
            <p:cNvCxnSpPr/>
            <p:nvPr/>
          </p:nvCxnSpPr>
          <p:spPr>
            <a:xfrm rot="5400000">
              <a:off x="5659460" y="1671214"/>
              <a:ext cx="5112900" cy="5088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  <p:grpSp>
        <p:nvGrpSpPr>
          <p:cNvPr id="410" name="Google Shape;410;g3dea0403f53_0_1125"/>
          <p:cNvGrpSpPr/>
          <p:nvPr/>
        </p:nvGrpSpPr>
        <p:grpSpPr>
          <a:xfrm>
            <a:off x="4047014" y="27379"/>
            <a:ext cx="4845881" cy="3896497"/>
            <a:chOff x="4047014" y="27379"/>
            <a:chExt cx="4845881" cy="3896497"/>
          </a:xfrm>
        </p:grpSpPr>
        <p:sp>
          <p:nvSpPr>
            <p:cNvPr id="411" name="Google Shape;411;g3dea0403f53_0_1125"/>
            <p:cNvSpPr/>
            <p:nvPr/>
          </p:nvSpPr>
          <p:spPr>
            <a:xfrm rot="-5400000">
              <a:off x="4047014" y="223696"/>
              <a:ext cx="246441" cy="246441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g3dea0403f53_0_1125"/>
            <p:cNvSpPr/>
            <p:nvPr/>
          </p:nvSpPr>
          <p:spPr>
            <a:xfrm rot="-5400000">
              <a:off x="8470281" y="3727561"/>
              <a:ext cx="196332" cy="196299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g3dea0403f53_0_1125"/>
            <p:cNvSpPr/>
            <p:nvPr/>
          </p:nvSpPr>
          <p:spPr>
            <a:xfrm rot="-5400000">
              <a:off x="8641534" y="2927466"/>
              <a:ext cx="251378" cy="25134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g3dea0403f53_0_1125"/>
            <p:cNvSpPr/>
            <p:nvPr/>
          </p:nvSpPr>
          <p:spPr>
            <a:xfrm rot="-5400000">
              <a:off x="4391516" y="27388"/>
              <a:ext cx="156245" cy="156228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g3dea0403f53_0_1125"/>
            <p:cNvSpPr/>
            <p:nvPr/>
          </p:nvSpPr>
          <p:spPr>
            <a:xfrm rot="-5400000">
              <a:off x="8470291" y="2624037"/>
              <a:ext cx="161895" cy="161879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CUSTOM_6_2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dea0403f53_0_1503"/>
          <p:cNvSpPr txBox="1"/>
          <p:nvPr>
            <p:ph idx="1" type="subTitle"/>
          </p:nvPr>
        </p:nvSpPr>
        <p:spPr>
          <a:xfrm>
            <a:off x="937700" y="3138773"/>
            <a:ext cx="2175300" cy="8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8" name="Google Shape;418;g3dea0403f53_0_1503"/>
          <p:cNvSpPr txBox="1"/>
          <p:nvPr>
            <p:ph idx="2" type="subTitle"/>
          </p:nvPr>
        </p:nvSpPr>
        <p:spPr>
          <a:xfrm>
            <a:off x="3484422" y="3138773"/>
            <a:ext cx="2175300" cy="8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9" name="Google Shape;419;g3dea0403f53_0_1503"/>
          <p:cNvSpPr txBox="1"/>
          <p:nvPr>
            <p:ph idx="3" type="subTitle"/>
          </p:nvPr>
        </p:nvSpPr>
        <p:spPr>
          <a:xfrm>
            <a:off x="6031150" y="3138773"/>
            <a:ext cx="2175300" cy="8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0" name="Google Shape;420;g3dea0403f53_0_150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21" name="Google Shape;421;g3dea0403f53_0_1503"/>
          <p:cNvSpPr txBox="1"/>
          <p:nvPr>
            <p:ph idx="4" type="subTitle"/>
          </p:nvPr>
        </p:nvSpPr>
        <p:spPr>
          <a:xfrm>
            <a:off x="937700" y="2828225"/>
            <a:ext cx="2175300" cy="39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22" name="Google Shape;422;g3dea0403f53_0_1503"/>
          <p:cNvSpPr txBox="1"/>
          <p:nvPr>
            <p:ph idx="5" type="subTitle"/>
          </p:nvPr>
        </p:nvSpPr>
        <p:spPr>
          <a:xfrm>
            <a:off x="3484422" y="2828225"/>
            <a:ext cx="2175300" cy="39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23" name="Google Shape;423;g3dea0403f53_0_1503"/>
          <p:cNvSpPr txBox="1"/>
          <p:nvPr>
            <p:ph idx="6" type="subTitle"/>
          </p:nvPr>
        </p:nvSpPr>
        <p:spPr>
          <a:xfrm>
            <a:off x="6031150" y="2828225"/>
            <a:ext cx="2175300" cy="39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424" name="Google Shape;424;g3dea0403f53_0_1503"/>
          <p:cNvGrpSpPr/>
          <p:nvPr/>
        </p:nvGrpSpPr>
        <p:grpSpPr>
          <a:xfrm>
            <a:off x="4047014" y="42573"/>
            <a:ext cx="4967892" cy="427565"/>
            <a:chOff x="4047014" y="42573"/>
            <a:chExt cx="4967892" cy="427565"/>
          </a:xfrm>
        </p:grpSpPr>
        <p:sp>
          <p:nvSpPr>
            <p:cNvPr id="425" name="Google Shape;425;g3dea0403f53_0_1503"/>
            <p:cNvSpPr/>
            <p:nvPr/>
          </p:nvSpPr>
          <p:spPr>
            <a:xfrm rot="-5400000">
              <a:off x="4047014" y="223696"/>
              <a:ext cx="246441" cy="246441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g3dea0403f53_0_1503"/>
            <p:cNvSpPr/>
            <p:nvPr/>
          </p:nvSpPr>
          <p:spPr>
            <a:xfrm rot="-5400000">
              <a:off x="5047357" y="42573"/>
              <a:ext cx="181108" cy="181108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g3dea0403f53_0_1503"/>
            <p:cNvSpPr/>
            <p:nvPr/>
          </p:nvSpPr>
          <p:spPr>
            <a:xfrm rot="-5400000">
              <a:off x="8881913" y="280415"/>
              <a:ext cx="132993" cy="132993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28" name="Google Shape;428;g3dea0403f53_0_1503"/>
          <p:cNvGrpSpPr/>
          <p:nvPr/>
        </p:nvGrpSpPr>
        <p:grpSpPr>
          <a:xfrm>
            <a:off x="-491175" y="145189"/>
            <a:ext cx="10284997" cy="4769636"/>
            <a:chOff x="-491175" y="145189"/>
            <a:chExt cx="10284997" cy="4769636"/>
          </a:xfrm>
        </p:grpSpPr>
        <p:cxnSp>
          <p:nvCxnSpPr>
            <p:cNvPr id="429" name="Google Shape;429;g3dea0403f53_0_1503"/>
            <p:cNvCxnSpPr/>
            <p:nvPr/>
          </p:nvCxnSpPr>
          <p:spPr>
            <a:xfrm rot="10800000">
              <a:off x="4978547" y="271239"/>
              <a:ext cx="4686900" cy="546300"/>
            </a:xfrm>
            <a:prstGeom prst="bentConnector3">
              <a:avLst>
                <a:gd fmla="val 18882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430" name="Google Shape;430;g3dea0403f53_0_1503"/>
            <p:cNvCxnSpPr/>
            <p:nvPr/>
          </p:nvCxnSpPr>
          <p:spPr>
            <a:xfrm rot="10800000">
              <a:off x="5653822" y="145189"/>
              <a:ext cx="4140000" cy="606600"/>
            </a:xfrm>
            <a:prstGeom prst="bentConnector3">
              <a:avLst>
                <a:gd fmla="val 32793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431" name="Google Shape;431;g3dea0403f53_0_1503"/>
            <p:cNvCxnSpPr/>
            <p:nvPr/>
          </p:nvCxnSpPr>
          <p:spPr>
            <a:xfrm>
              <a:off x="-491175" y="4640850"/>
              <a:ext cx="8531100" cy="2139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432" name="Google Shape;432;g3dea0403f53_0_1503"/>
            <p:cNvCxnSpPr/>
            <p:nvPr/>
          </p:nvCxnSpPr>
          <p:spPr>
            <a:xfrm>
              <a:off x="-399350" y="4560525"/>
              <a:ext cx="6630600" cy="3543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3">
  <p:cSld name="TITLE_AND_TWO_COLUMNS_2"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dea0403f53_0_187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5" name="Google Shape;435;g3dea0403f53_0_1877"/>
          <p:cNvSpPr txBox="1"/>
          <p:nvPr>
            <p:ph idx="1" type="subTitle"/>
          </p:nvPr>
        </p:nvSpPr>
        <p:spPr>
          <a:xfrm>
            <a:off x="5040058" y="3057025"/>
            <a:ext cx="2560500" cy="12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36" name="Google Shape;436;g3dea0403f53_0_1877"/>
          <p:cNvSpPr txBox="1"/>
          <p:nvPr>
            <p:ph idx="2" type="subTitle"/>
          </p:nvPr>
        </p:nvSpPr>
        <p:spPr>
          <a:xfrm>
            <a:off x="1543450" y="3057025"/>
            <a:ext cx="2560500" cy="12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37" name="Google Shape;437;g3dea0403f53_0_1877"/>
          <p:cNvSpPr txBox="1"/>
          <p:nvPr>
            <p:ph idx="3" type="subTitle"/>
          </p:nvPr>
        </p:nvSpPr>
        <p:spPr>
          <a:xfrm>
            <a:off x="5040058" y="2662226"/>
            <a:ext cx="2560500" cy="41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38" name="Google Shape;438;g3dea0403f53_0_1877"/>
          <p:cNvSpPr txBox="1"/>
          <p:nvPr>
            <p:ph idx="4" type="subTitle"/>
          </p:nvPr>
        </p:nvSpPr>
        <p:spPr>
          <a:xfrm>
            <a:off x="1543450" y="2662226"/>
            <a:ext cx="2560500" cy="41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439" name="Google Shape;439;g3dea0403f53_0_1877"/>
          <p:cNvGrpSpPr/>
          <p:nvPr/>
        </p:nvGrpSpPr>
        <p:grpSpPr>
          <a:xfrm>
            <a:off x="65750" y="123192"/>
            <a:ext cx="9078236" cy="5947020"/>
            <a:chOff x="65750" y="123192"/>
            <a:chExt cx="9078236" cy="5947020"/>
          </a:xfrm>
        </p:grpSpPr>
        <p:cxnSp>
          <p:nvCxnSpPr>
            <p:cNvPr id="440" name="Google Shape;440;g3dea0403f53_0_1877"/>
            <p:cNvCxnSpPr/>
            <p:nvPr/>
          </p:nvCxnSpPr>
          <p:spPr>
            <a:xfrm rot="-5400000">
              <a:off x="6194650" y="2609525"/>
              <a:ext cx="4686900" cy="5463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441" name="Google Shape;441;g3dea0403f53_0_1877"/>
            <p:cNvCxnSpPr/>
            <p:nvPr/>
          </p:nvCxnSpPr>
          <p:spPr>
            <a:xfrm rot="-5400000">
              <a:off x="6564000" y="2981200"/>
              <a:ext cx="4140000" cy="6066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442" name="Google Shape;442;g3dea0403f53_0_1877"/>
            <p:cNvCxnSpPr/>
            <p:nvPr/>
          </p:nvCxnSpPr>
          <p:spPr>
            <a:xfrm rot="-5400000">
              <a:off x="-2013300" y="3409838"/>
              <a:ext cx="4697700" cy="3663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443" name="Google Shape;443;g3dea0403f53_0_1877"/>
            <p:cNvCxnSpPr/>
            <p:nvPr/>
          </p:nvCxnSpPr>
          <p:spPr>
            <a:xfrm rot="-5400000">
              <a:off x="-1700950" y="3696913"/>
              <a:ext cx="4140000" cy="6066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grpSp>
          <p:nvGrpSpPr>
            <p:cNvPr id="444" name="Google Shape;444;g3dea0403f53_0_1877"/>
            <p:cNvGrpSpPr/>
            <p:nvPr/>
          </p:nvGrpSpPr>
          <p:grpSpPr>
            <a:xfrm>
              <a:off x="244996" y="123192"/>
              <a:ext cx="8898990" cy="3904742"/>
              <a:chOff x="244996" y="123192"/>
              <a:chExt cx="8898990" cy="3904742"/>
            </a:xfrm>
          </p:grpSpPr>
          <p:sp>
            <p:nvSpPr>
              <p:cNvPr id="445" name="Google Shape;445;g3dea0403f53_0_1877"/>
              <p:cNvSpPr/>
              <p:nvPr/>
            </p:nvSpPr>
            <p:spPr>
              <a:xfrm>
                <a:off x="8307552" y="123192"/>
                <a:ext cx="246441" cy="246441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6" name="Google Shape;446;g3dea0403f53_0_1877"/>
              <p:cNvSpPr/>
              <p:nvPr/>
            </p:nvSpPr>
            <p:spPr>
              <a:xfrm>
                <a:off x="8554009" y="836635"/>
                <a:ext cx="181108" cy="181108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" name="Google Shape;447;g3dea0403f53_0_1877"/>
              <p:cNvSpPr/>
              <p:nvPr/>
            </p:nvSpPr>
            <p:spPr>
              <a:xfrm>
                <a:off x="9010993" y="3894941"/>
                <a:ext cx="132993" cy="132993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" name="Google Shape;448;g3dea0403f53_0_1877"/>
              <p:cNvSpPr/>
              <p:nvPr/>
            </p:nvSpPr>
            <p:spPr>
              <a:xfrm>
                <a:off x="244996" y="1750985"/>
                <a:ext cx="181108" cy="181108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1">
  <p:cSld name="CUSTOM_7_1"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dea0403f53_0_23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1" name="Google Shape;451;g3dea0403f53_0_2317"/>
          <p:cNvSpPr txBox="1"/>
          <p:nvPr>
            <p:ph idx="1" type="subTitle"/>
          </p:nvPr>
        </p:nvSpPr>
        <p:spPr>
          <a:xfrm>
            <a:off x="974900" y="2116975"/>
            <a:ext cx="1986000" cy="6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2" name="Google Shape;452;g3dea0403f53_0_2317"/>
          <p:cNvSpPr txBox="1"/>
          <p:nvPr>
            <p:ph idx="2" type="subTitle"/>
          </p:nvPr>
        </p:nvSpPr>
        <p:spPr>
          <a:xfrm>
            <a:off x="3578947" y="2116975"/>
            <a:ext cx="1986000" cy="6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3" name="Google Shape;453;g3dea0403f53_0_2317"/>
          <p:cNvSpPr txBox="1"/>
          <p:nvPr>
            <p:ph idx="3" type="subTitle"/>
          </p:nvPr>
        </p:nvSpPr>
        <p:spPr>
          <a:xfrm>
            <a:off x="974900" y="3931375"/>
            <a:ext cx="1986000" cy="6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4" name="Google Shape;454;g3dea0403f53_0_2317"/>
          <p:cNvSpPr txBox="1"/>
          <p:nvPr>
            <p:ph idx="4" type="subTitle"/>
          </p:nvPr>
        </p:nvSpPr>
        <p:spPr>
          <a:xfrm>
            <a:off x="3578947" y="3931375"/>
            <a:ext cx="1986000" cy="6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5" name="Google Shape;455;g3dea0403f53_0_2317"/>
          <p:cNvSpPr txBox="1"/>
          <p:nvPr>
            <p:ph idx="5" type="subTitle"/>
          </p:nvPr>
        </p:nvSpPr>
        <p:spPr>
          <a:xfrm>
            <a:off x="6183000" y="2116975"/>
            <a:ext cx="1986000" cy="6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6" name="Google Shape;456;g3dea0403f53_0_2317"/>
          <p:cNvSpPr txBox="1"/>
          <p:nvPr>
            <p:ph idx="6" type="subTitle"/>
          </p:nvPr>
        </p:nvSpPr>
        <p:spPr>
          <a:xfrm>
            <a:off x="6183000" y="3931375"/>
            <a:ext cx="1986000" cy="6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7" name="Google Shape;457;g3dea0403f53_0_2317"/>
          <p:cNvSpPr txBox="1"/>
          <p:nvPr>
            <p:ph idx="7" type="subTitle"/>
          </p:nvPr>
        </p:nvSpPr>
        <p:spPr>
          <a:xfrm>
            <a:off x="974900" y="1908247"/>
            <a:ext cx="1986000" cy="35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8" name="Google Shape;458;g3dea0403f53_0_2317"/>
          <p:cNvSpPr txBox="1"/>
          <p:nvPr>
            <p:ph idx="8" type="subTitle"/>
          </p:nvPr>
        </p:nvSpPr>
        <p:spPr>
          <a:xfrm>
            <a:off x="3578947" y="1908247"/>
            <a:ext cx="1986000" cy="35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9" name="Google Shape;459;g3dea0403f53_0_2317"/>
          <p:cNvSpPr txBox="1"/>
          <p:nvPr>
            <p:ph idx="9" type="subTitle"/>
          </p:nvPr>
        </p:nvSpPr>
        <p:spPr>
          <a:xfrm>
            <a:off x="974900" y="3722672"/>
            <a:ext cx="1986000" cy="35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60" name="Google Shape;460;g3dea0403f53_0_2317"/>
          <p:cNvSpPr txBox="1"/>
          <p:nvPr>
            <p:ph idx="13" type="subTitle"/>
          </p:nvPr>
        </p:nvSpPr>
        <p:spPr>
          <a:xfrm>
            <a:off x="3578947" y="3722672"/>
            <a:ext cx="1986000" cy="35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61" name="Google Shape;461;g3dea0403f53_0_2317"/>
          <p:cNvSpPr txBox="1"/>
          <p:nvPr>
            <p:ph idx="14" type="subTitle"/>
          </p:nvPr>
        </p:nvSpPr>
        <p:spPr>
          <a:xfrm>
            <a:off x="6183000" y="1908247"/>
            <a:ext cx="1986000" cy="35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62" name="Google Shape;462;g3dea0403f53_0_2317"/>
          <p:cNvSpPr txBox="1"/>
          <p:nvPr>
            <p:ph idx="15" type="subTitle"/>
          </p:nvPr>
        </p:nvSpPr>
        <p:spPr>
          <a:xfrm>
            <a:off x="6183000" y="3722672"/>
            <a:ext cx="1986000" cy="35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463" name="Google Shape;463;g3dea0403f53_0_2317"/>
          <p:cNvGrpSpPr/>
          <p:nvPr/>
        </p:nvGrpSpPr>
        <p:grpSpPr>
          <a:xfrm>
            <a:off x="378100" y="-216500"/>
            <a:ext cx="8131200" cy="5239200"/>
            <a:chOff x="378100" y="-216500"/>
            <a:chExt cx="8131200" cy="5239200"/>
          </a:xfrm>
        </p:grpSpPr>
        <p:cxnSp>
          <p:nvCxnSpPr>
            <p:cNvPr id="464" name="Google Shape;464;g3dea0403f53_0_2317"/>
            <p:cNvCxnSpPr/>
            <p:nvPr/>
          </p:nvCxnSpPr>
          <p:spPr>
            <a:xfrm>
              <a:off x="378100" y="-216500"/>
              <a:ext cx="5878500" cy="5155800"/>
            </a:xfrm>
            <a:prstGeom prst="bentConnector3">
              <a:avLst>
                <a:gd fmla="val -366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465" name="Google Shape;465;g3dea0403f53_0_2317"/>
            <p:cNvCxnSpPr/>
            <p:nvPr/>
          </p:nvCxnSpPr>
          <p:spPr>
            <a:xfrm>
              <a:off x="530500" y="-64100"/>
              <a:ext cx="7978800" cy="5086800"/>
            </a:xfrm>
            <a:prstGeom prst="bentConnector3">
              <a:avLst>
                <a:gd fmla="val -97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  <p:grpSp>
        <p:nvGrpSpPr>
          <p:cNvPr id="466" name="Google Shape;466;g3dea0403f53_0_2317"/>
          <p:cNvGrpSpPr/>
          <p:nvPr/>
        </p:nvGrpSpPr>
        <p:grpSpPr>
          <a:xfrm rot="-5400000">
            <a:off x="8411975" y="4406800"/>
            <a:ext cx="882599" cy="403555"/>
            <a:chOff x="7884075" y="238975"/>
            <a:chExt cx="882599" cy="403555"/>
          </a:xfrm>
        </p:grpSpPr>
        <p:sp>
          <p:nvSpPr>
            <p:cNvPr id="467" name="Google Shape;467;g3dea0403f53_0_2317"/>
            <p:cNvSpPr/>
            <p:nvPr/>
          </p:nvSpPr>
          <p:spPr>
            <a:xfrm>
              <a:off x="8255437" y="436475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g3dea0403f53_0_2317"/>
            <p:cNvSpPr/>
            <p:nvPr/>
          </p:nvSpPr>
          <p:spPr>
            <a:xfrm>
              <a:off x="7884075" y="238975"/>
              <a:ext cx="139874" cy="13987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g3dea0403f53_0_2317"/>
            <p:cNvSpPr/>
            <p:nvPr/>
          </p:nvSpPr>
          <p:spPr>
            <a:xfrm>
              <a:off x="8626800" y="378850"/>
              <a:ext cx="139874" cy="13987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 1">
  <p:cSld name="ONE_COLUMN_TEXT_2"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dea0403f53_0_2745"/>
          <p:cNvSpPr txBox="1"/>
          <p:nvPr>
            <p:ph idx="1" type="subTitle"/>
          </p:nvPr>
        </p:nvSpPr>
        <p:spPr>
          <a:xfrm>
            <a:off x="2375775" y="2379467"/>
            <a:ext cx="3247500" cy="11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AutoNum type="arabicPeriod"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AutoNum type="alphaLcPeriod"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AutoNum type="romanLcPeriod"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AutoNum type="arabicPeriod"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AutoNum type="alphaLcPeriod"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AutoNum type="romanLcPeriod"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AutoNum type="arabicPeriod"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AutoNum type="alphaLcPeriod"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AutoNum type="romanLcPeriod"/>
              <a:defRPr/>
            </a:lvl9pPr>
          </a:lstStyle>
          <a:p/>
        </p:txBody>
      </p:sp>
      <p:sp>
        <p:nvSpPr>
          <p:cNvPr id="472" name="Google Shape;472;g3dea0403f53_0_274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473" name="Google Shape;473;g3dea0403f53_0_2745"/>
          <p:cNvGrpSpPr/>
          <p:nvPr/>
        </p:nvGrpSpPr>
        <p:grpSpPr>
          <a:xfrm>
            <a:off x="144288" y="147077"/>
            <a:ext cx="454046" cy="1101386"/>
            <a:chOff x="144288" y="147077"/>
            <a:chExt cx="454046" cy="1101386"/>
          </a:xfrm>
        </p:grpSpPr>
        <p:sp>
          <p:nvSpPr>
            <p:cNvPr id="474" name="Google Shape;474;g3dea0403f53_0_2745"/>
            <p:cNvSpPr/>
            <p:nvPr/>
          </p:nvSpPr>
          <p:spPr>
            <a:xfrm rot="-5400000">
              <a:off x="144280" y="147085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g3dea0403f53_0_2745"/>
            <p:cNvSpPr/>
            <p:nvPr/>
          </p:nvSpPr>
          <p:spPr>
            <a:xfrm rot="-5400000">
              <a:off x="193389" y="1068025"/>
              <a:ext cx="180450" cy="180425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g3dea0403f53_0_2745"/>
            <p:cNvSpPr/>
            <p:nvPr/>
          </p:nvSpPr>
          <p:spPr>
            <a:xfrm rot="-5400000">
              <a:off x="211443" y="746585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g3dea0403f53_0_2745"/>
            <p:cNvSpPr/>
            <p:nvPr/>
          </p:nvSpPr>
          <p:spPr>
            <a:xfrm rot="-5400000">
              <a:off x="373819" y="291403"/>
              <a:ext cx="224528" cy="224503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8" name="Google Shape;478;g3dea0403f53_0_2745"/>
          <p:cNvGrpSpPr/>
          <p:nvPr/>
        </p:nvGrpSpPr>
        <p:grpSpPr>
          <a:xfrm>
            <a:off x="569675" y="183250"/>
            <a:ext cx="8764375" cy="5229850"/>
            <a:chOff x="569675" y="183250"/>
            <a:chExt cx="8764375" cy="5229850"/>
          </a:xfrm>
        </p:grpSpPr>
        <p:cxnSp>
          <p:nvCxnSpPr>
            <p:cNvPr id="479" name="Google Shape;479;g3dea0403f53_0_2745"/>
            <p:cNvCxnSpPr/>
            <p:nvPr/>
          </p:nvCxnSpPr>
          <p:spPr>
            <a:xfrm rot="10800000">
              <a:off x="569675" y="183250"/>
              <a:ext cx="8572500" cy="5118300"/>
            </a:xfrm>
            <a:prstGeom prst="bentConnector3">
              <a:avLst>
                <a:gd fmla="val 5355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480" name="Google Shape;480;g3dea0403f53_0_2745"/>
            <p:cNvCxnSpPr/>
            <p:nvPr/>
          </p:nvCxnSpPr>
          <p:spPr>
            <a:xfrm rot="10800000">
              <a:off x="761550" y="294800"/>
              <a:ext cx="8572500" cy="5118300"/>
            </a:xfrm>
            <a:prstGeom prst="bentConnector3">
              <a:avLst>
                <a:gd fmla="val 5355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36" Type="http://schemas.openxmlformats.org/officeDocument/2006/relationships/theme" Target="../theme/theme1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2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i="0" sz="30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i="0" sz="30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i="0" sz="30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i="0" sz="30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i="0" sz="30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i="0" sz="30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i="0" sz="30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i="0" sz="30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i="0" sz="30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" name="Google Shape;7;p52"/>
          <p:cNvSpPr txBox="1"/>
          <p:nvPr>
            <p:ph idx="1" type="body"/>
          </p:nvPr>
        </p:nvSpPr>
        <p:spPr>
          <a:xfrm>
            <a:off x="713225" y="1152475"/>
            <a:ext cx="76818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 b="0" i="0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b="0" i="0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b="0" i="0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 b="0" i="0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b="0" i="0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b="0" i="0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 b="0" i="0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b="0" i="0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b="0" i="0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5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4.png"/><Relationship Id="rId7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drive.google.com/file/d/1KSbQOkf0Bud3WAn1q4FHExHe_G7stxC_/view" TargetMode="External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1"/>
          <p:cNvSpPr txBox="1"/>
          <p:nvPr>
            <p:ph type="ctrTitle"/>
          </p:nvPr>
        </p:nvSpPr>
        <p:spPr>
          <a:xfrm>
            <a:off x="4157700" y="1061225"/>
            <a:ext cx="4260000" cy="1750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>
                <a:latin typeface="Architects Daughter"/>
                <a:ea typeface="Architects Daughter"/>
                <a:cs typeface="Architects Daughter"/>
                <a:sym typeface="Architects Daughter"/>
              </a:rPr>
              <a:t>ZINGERZ</a:t>
            </a:r>
            <a:endParaRPr>
              <a:latin typeface="Architects Daughter"/>
              <a:ea typeface="Architects Daughter"/>
              <a:cs typeface="Architects Daughter"/>
              <a:sym typeface="Architects Daughte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>
                <a:latin typeface="Architects Daughter"/>
                <a:ea typeface="Architects Daughter"/>
                <a:cs typeface="Architects Daughter"/>
                <a:sym typeface="Architects Daughter"/>
              </a:rPr>
              <a:t>TEAM 20</a:t>
            </a:r>
            <a:endParaRPr>
              <a:latin typeface="Architects Daughter"/>
              <a:ea typeface="Architects Daughter"/>
              <a:cs typeface="Architects Daughter"/>
              <a:sym typeface="Architects Daughter"/>
            </a:endParaRPr>
          </a:p>
        </p:txBody>
      </p:sp>
      <p:sp>
        <p:nvSpPr>
          <p:cNvPr id="486" name="Google Shape;486;p1"/>
          <p:cNvSpPr txBox="1"/>
          <p:nvPr>
            <p:ph idx="1" type="subTitle"/>
          </p:nvPr>
        </p:nvSpPr>
        <p:spPr>
          <a:xfrm>
            <a:off x="4157700" y="2997200"/>
            <a:ext cx="4260000" cy="365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800">
                <a:latin typeface="Sora"/>
                <a:ea typeface="Sora"/>
                <a:cs typeface="Sora"/>
                <a:sym typeface="Sora"/>
              </a:rPr>
              <a:t>ARM-AI-SLOT-MACHINE </a:t>
            </a:r>
            <a:endParaRPr sz="1800"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487" name="Google Shape;487;p1"/>
          <p:cNvCxnSpPr>
            <a:endCxn id="486" idx="1"/>
          </p:cNvCxnSpPr>
          <p:nvPr/>
        </p:nvCxnSpPr>
        <p:spPr>
          <a:xfrm flipH="1" rot="-5400000">
            <a:off x="1987200" y="1009550"/>
            <a:ext cx="3995700" cy="345300"/>
          </a:xfrm>
          <a:prstGeom prst="bentConnector2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med" w="med" type="oval"/>
          </a:ln>
        </p:spPr>
      </p:cxnSp>
      <p:grpSp>
        <p:nvGrpSpPr>
          <p:cNvPr id="488" name="Google Shape;488;p1"/>
          <p:cNvGrpSpPr/>
          <p:nvPr/>
        </p:nvGrpSpPr>
        <p:grpSpPr>
          <a:xfrm>
            <a:off x="155700" y="414275"/>
            <a:ext cx="4109225" cy="4109225"/>
            <a:chOff x="155700" y="414275"/>
            <a:chExt cx="4109225" cy="4109225"/>
          </a:xfrm>
        </p:grpSpPr>
        <p:pic>
          <p:nvPicPr>
            <p:cNvPr id="489" name="Google Shape;489;p1" title="Untitled_design-removebg-preview.png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55700" y="414275"/>
              <a:ext cx="4109225" cy="41092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90" name="Google Shape;490;p1"/>
            <p:cNvGrpSpPr/>
            <p:nvPr/>
          </p:nvGrpSpPr>
          <p:grpSpPr>
            <a:xfrm flipH="1">
              <a:off x="2668732" y="1514899"/>
              <a:ext cx="736228" cy="677099"/>
              <a:chOff x="5824825" y="2060089"/>
              <a:chExt cx="585145" cy="538149"/>
            </a:xfrm>
          </p:grpSpPr>
          <p:sp>
            <p:nvSpPr>
              <p:cNvPr id="491" name="Google Shape;491;p1"/>
              <p:cNvSpPr/>
              <p:nvPr/>
            </p:nvSpPr>
            <p:spPr>
              <a:xfrm>
                <a:off x="5824825" y="2060089"/>
                <a:ext cx="585145" cy="538149"/>
              </a:xfrm>
              <a:custGeom>
                <a:rect b="b" l="l" r="r" t="t"/>
                <a:pathLst>
                  <a:path extrusionOk="0" h="8760" w="9525">
                    <a:moveTo>
                      <a:pt x="8765" y="0"/>
                    </a:moveTo>
                    <a:lnTo>
                      <a:pt x="754" y="0"/>
                    </a:lnTo>
                    <a:cubicBezTo>
                      <a:pt x="340" y="0"/>
                      <a:pt x="0" y="340"/>
                      <a:pt x="0" y="754"/>
                    </a:cubicBezTo>
                    <a:lnTo>
                      <a:pt x="0" y="6371"/>
                    </a:lnTo>
                    <a:cubicBezTo>
                      <a:pt x="0" y="6791"/>
                      <a:pt x="340" y="7131"/>
                      <a:pt x="754" y="7131"/>
                    </a:cubicBezTo>
                    <a:lnTo>
                      <a:pt x="4835" y="7131"/>
                    </a:lnTo>
                    <a:cubicBezTo>
                      <a:pt x="5301" y="7131"/>
                      <a:pt x="5755" y="7263"/>
                      <a:pt x="6147" y="7516"/>
                    </a:cubicBezTo>
                    <a:lnTo>
                      <a:pt x="7879" y="8661"/>
                    </a:lnTo>
                    <a:cubicBezTo>
                      <a:pt x="8028" y="8759"/>
                      <a:pt x="8224" y="8621"/>
                      <a:pt x="8190" y="8448"/>
                    </a:cubicBezTo>
                    <a:lnTo>
                      <a:pt x="7948" y="7372"/>
                    </a:lnTo>
                    <a:cubicBezTo>
                      <a:pt x="7919" y="7251"/>
                      <a:pt x="8017" y="7131"/>
                      <a:pt x="8144" y="7131"/>
                    </a:cubicBezTo>
                    <a:lnTo>
                      <a:pt x="8754" y="7131"/>
                    </a:lnTo>
                    <a:cubicBezTo>
                      <a:pt x="9174" y="7131"/>
                      <a:pt x="9513" y="6791"/>
                      <a:pt x="9513" y="6371"/>
                    </a:cubicBezTo>
                    <a:lnTo>
                      <a:pt x="9513" y="754"/>
                    </a:lnTo>
                    <a:cubicBezTo>
                      <a:pt x="9525" y="340"/>
                      <a:pt x="9185" y="0"/>
                      <a:pt x="876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115025" lIns="115025" spcFirstLastPara="1" rIns="115025" wrap="square" tIns="1150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2" name="Google Shape;492;p1"/>
              <p:cNvSpPr/>
              <p:nvPr/>
            </p:nvSpPr>
            <p:spPr>
              <a:xfrm>
                <a:off x="5922074" y="2214900"/>
                <a:ext cx="204755" cy="22361"/>
              </a:xfrm>
              <a:custGeom>
                <a:rect b="b" l="l" r="r" t="t"/>
                <a:pathLst>
                  <a:path extrusionOk="0" h="364" w="3333">
                    <a:moveTo>
                      <a:pt x="0" y="1"/>
                    </a:moveTo>
                    <a:lnTo>
                      <a:pt x="3332" y="1"/>
                    </a:lnTo>
                    <a:lnTo>
                      <a:pt x="3332" y="364"/>
                    </a:lnTo>
                    <a:lnTo>
                      <a:pt x="0" y="364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115025" lIns="115025" spcFirstLastPara="1" rIns="115025" wrap="square" tIns="1150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3" name="Google Shape;493;p1"/>
              <p:cNvSpPr/>
              <p:nvPr/>
            </p:nvSpPr>
            <p:spPr>
              <a:xfrm>
                <a:off x="6144770" y="2214900"/>
                <a:ext cx="168018" cy="22361"/>
              </a:xfrm>
              <a:custGeom>
                <a:rect b="b" l="l" r="r" t="t"/>
                <a:pathLst>
                  <a:path extrusionOk="0" h="364" w="2735">
                    <a:moveTo>
                      <a:pt x="1" y="1"/>
                    </a:moveTo>
                    <a:lnTo>
                      <a:pt x="2734" y="1"/>
                    </a:lnTo>
                    <a:lnTo>
                      <a:pt x="2734" y="364"/>
                    </a:lnTo>
                    <a:lnTo>
                      <a:pt x="1" y="364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115025" lIns="115025" spcFirstLastPara="1" rIns="115025" wrap="square" tIns="1150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4" name="Google Shape;494;p1"/>
              <p:cNvSpPr/>
              <p:nvPr/>
            </p:nvSpPr>
            <p:spPr>
              <a:xfrm>
                <a:off x="5922074" y="2276455"/>
                <a:ext cx="132264" cy="22300"/>
              </a:xfrm>
              <a:custGeom>
                <a:rect b="b" l="l" r="r" t="t"/>
                <a:pathLst>
                  <a:path extrusionOk="0" h="363" w="2153">
                    <a:moveTo>
                      <a:pt x="0" y="0"/>
                    </a:moveTo>
                    <a:lnTo>
                      <a:pt x="2152" y="0"/>
                    </a:lnTo>
                    <a:lnTo>
                      <a:pt x="2152" y="363"/>
                    </a:lnTo>
                    <a:lnTo>
                      <a:pt x="0" y="363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115025" lIns="115025" spcFirstLastPara="1" rIns="115025" wrap="square" tIns="1150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5" name="Google Shape;495;p1"/>
              <p:cNvSpPr/>
              <p:nvPr/>
            </p:nvSpPr>
            <p:spPr>
              <a:xfrm>
                <a:off x="6066319" y="2276455"/>
                <a:ext cx="166175" cy="22300"/>
              </a:xfrm>
              <a:custGeom>
                <a:rect b="b" l="l" r="r" t="t"/>
                <a:pathLst>
                  <a:path extrusionOk="0" h="363" w="2705">
                    <a:moveTo>
                      <a:pt x="0" y="0"/>
                    </a:moveTo>
                    <a:lnTo>
                      <a:pt x="2705" y="0"/>
                    </a:lnTo>
                    <a:lnTo>
                      <a:pt x="2705" y="363"/>
                    </a:lnTo>
                    <a:lnTo>
                      <a:pt x="0" y="363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115025" lIns="115025" spcFirstLastPara="1" rIns="115025" wrap="square" tIns="1150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6" name="Google Shape;496;p1"/>
              <p:cNvSpPr/>
              <p:nvPr/>
            </p:nvSpPr>
            <p:spPr>
              <a:xfrm>
                <a:off x="6252954" y="2276455"/>
                <a:ext cx="59467" cy="22300"/>
              </a:xfrm>
              <a:custGeom>
                <a:rect b="b" l="l" r="r" t="t"/>
                <a:pathLst>
                  <a:path extrusionOk="0" h="363" w="968">
                    <a:moveTo>
                      <a:pt x="1" y="0"/>
                    </a:moveTo>
                    <a:lnTo>
                      <a:pt x="967" y="0"/>
                    </a:lnTo>
                    <a:lnTo>
                      <a:pt x="967" y="363"/>
                    </a:lnTo>
                    <a:lnTo>
                      <a:pt x="1" y="363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115025" lIns="115025" spcFirstLastPara="1" rIns="115025" wrap="square" tIns="1150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7" name="Google Shape;497;p1"/>
              <p:cNvSpPr/>
              <p:nvPr/>
            </p:nvSpPr>
            <p:spPr>
              <a:xfrm>
                <a:off x="5922074" y="2337950"/>
                <a:ext cx="101486" cy="22361"/>
              </a:xfrm>
              <a:custGeom>
                <a:rect b="b" l="l" r="r" t="t"/>
                <a:pathLst>
                  <a:path extrusionOk="0" h="364" w="1652">
                    <a:moveTo>
                      <a:pt x="0" y="1"/>
                    </a:moveTo>
                    <a:lnTo>
                      <a:pt x="1652" y="1"/>
                    </a:lnTo>
                    <a:lnTo>
                      <a:pt x="1652" y="363"/>
                    </a:lnTo>
                    <a:lnTo>
                      <a:pt x="0" y="363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115025" lIns="115025" spcFirstLastPara="1" rIns="115025" wrap="square" tIns="1150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8" name="Google Shape;498;p1"/>
              <p:cNvSpPr/>
              <p:nvPr/>
            </p:nvSpPr>
            <p:spPr>
              <a:xfrm>
                <a:off x="6032347" y="2337950"/>
                <a:ext cx="83118" cy="22361"/>
              </a:xfrm>
              <a:custGeom>
                <a:rect b="b" l="l" r="r" t="t"/>
                <a:pathLst>
                  <a:path extrusionOk="0" h="364" w="1353">
                    <a:moveTo>
                      <a:pt x="1" y="1"/>
                    </a:moveTo>
                    <a:lnTo>
                      <a:pt x="1353" y="1"/>
                    </a:lnTo>
                    <a:lnTo>
                      <a:pt x="1353" y="363"/>
                    </a:lnTo>
                    <a:lnTo>
                      <a:pt x="1" y="363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115025" lIns="115025" spcFirstLastPara="1" rIns="115025" wrap="square" tIns="1150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dea1c8f616_0_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Phase 1 - Setup</a:t>
            </a:r>
            <a:endParaRPr/>
          </a:p>
        </p:txBody>
      </p:sp>
      <p:pic>
        <p:nvPicPr>
          <p:cNvPr id="504" name="Google Shape;504;g3dea1c8f616_0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5424" y="1999050"/>
            <a:ext cx="1551457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g3dea1c8f616_0_8"/>
          <p:cNvSpPr txBox="1"/>
          <p:nvPr/>
        </p:nvSpPr>
        <p:spPr>
          <a:xfrm>
            <a:off x="772200" y="1265425"/>
            <a:ext cx="28179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Agent &amp; Model</a:t>
            </a:r>
            <a:endParaRPr b="1" sz="2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06" name="Google Shape;506;g3dea1c8f616_0_8"/>
          <p:cNvSpPr txBox="1"/>
          <p:nvPr/>
        </p:nvSpPr>
        <p:spPr>
          <a:xfrm>
            <a:off x="472350" y="2858003"/>
            <a:ext cx="3531900" cy="73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gemini-3.1-pro-preview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07" name="Google Shape;507;g3dea1c8f616_0_8"/>
          <p:cNvSpPr txBox="1"/>
          <p:nvPr/>
        </p:nvSpPr>
        <p:spPr>
          <a:xfrm>
            <a:off x="5106075" y="1265425"/>
            <a:ext cx="28179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Rubric</a:t>
            </a:r>
            <a:endParaRPr b="1" sz="2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08" name="Google Shape;508;g3dea1c8f616_0_8"/>
          <p:cNvSpPr txBox="1"/>
          <p:nvPr/>
        </p:nvSpPr>
        <p:spPr>
          <a:xfrm>
            <a:off x="5015025" y="1918150"/>
            <a:ext cx="2716500" cy="26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Lato"/>
                <a:ea typeface="Lato"/>
                <a:cs typeface="Lato"/>
                <a:sym typeface="Lato"/>
              </a:rPr>
              <a:t>App Quality</a:t>
            </a:r>
            <a:endParaRPr b="1" sz="1600"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Playability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Visuals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Multi-modal features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Lato"/>
                <a:ea typeface="Lato"/>
                <a:cs typeface="Lato"/>
                <a:sym typeface="Lato"/>
              </a:rPr>
              <a:t>Code Quality</a:t>
            </a:r>
            <a:endParaRPr b="1" sz="1600"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Less lines of code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Separate files 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Comments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Descriptive class/variable names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dea0403f53_0_76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Phase 2 - First Runs</a:t>
            </a:r>
            <a:endParaRPr/>
          </a:p>
        </p:txBody>
      </p:sp>
      <p:pic>
        <p:nvPicPr>
          <p:cNvPr id="514" name="Google Shape;514;g3dea0403f53_0_768" title="Screenshot 2026-04-14 at 7.14.1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3250" y="2154797"/>
            <a:ext cx="1368474" cy="246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g3dea0403f53_0_768" title="Screenshot 2026-04-14 at 7.14.00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77131" y="2154797"/>
            <a:ext cx="2055366" cy="246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6" name="Google Shape;516;g3dea0403f53_0_768" title="Screenshot 2026-04-14 at 7.13.49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47899" y="2154797"/>
            <a:ext cx="1990999" cy="2469201"/>
          </a:xfrm>
          <a:prstGeom prst="rect">
            <a:avLst/>
          </a:prstGeom>
          <a:noFill/>
          <a:ln>
            <a:noFill/>
          </a:ln>
        </p:spPr>
      </p:pic>
      <p:sp>
        <p:nvSpPr>
          <p:cNvPr id="517" name="Google Shape;517;g3dea0403f53_0_768"/>
          <p:cNvSpPr txBox="1"/>
          <p:nvPr/>
        </p:nvSpPr>
        <p:spPr>
          <a:xfrm>
            <a:off x="767575" y="1119325"/>
            <a:ext cx="7240200" cy="132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Char char="-"/>
            </a:pPr>
            <a:r>
              <a:rPr lang="en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Wide variety in visuals, animations, and features across 50 iterations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Char char="-"/>
            </a:pPr>
            <a:r>
              <a:rPr lang="en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Code quality and structure varied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dea0403f53_0_114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Phase 3A - Top 5</a:t>
            </a:r>
            <a:endParaRPr/>
          </a:p>
        </p:txBody>
      </p:sp>
      <p:sp>
        <p:nvSpPr>
          <p:cNvPr id="523" name="Google Shape;523;g3dea0403f53_0_1146"/>
          <p:cNvSpPr txBox="1"/>
          <p:nvPr/>
        </p:nvSpPr>
        <p:spPr>
          <a:xfrm>
            <a:off x="1486950" y="1079103"/>
            <a:ext cx="61701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975" lIns="90975" spcFirstLastPara="1" rIns="90975" wrap="square" tIns="90975">
            <a:noAutofit/>
          </a:bodyPr>
          <a:lstStyle/>
          <a:p>
            <a:pPr indent="-328532" lvl="0" marL="454891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92"/>
              <a:buFont typeface="Lato"/>
              <a:buChar char="-"/>
            </a:pPr>
            <a:r>
              <a:rPr lang="en" sz="1592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Top 5 selected based on visuals, functionality, and creativity</a:t>
            </a:r>
            <a:endParaRPr sz="1592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8532" lvl="0" marL="454891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92"/>
              <a:buFont typeface="Lato"/>
              <a:buChar char="-"/>
            </a:pPr>
            <a:r>
              <a:rPr lang="en" sz="1592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Top 5 then refined: sound effects, more flashy animations,</a:t>
            </a:r>
            <a:br>
              <a:rPr lang="en" sz="1592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" sz="1592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add payout table, reset tokens, streak bonuses, AI jokes</a:t>
            </a:r>
            <a:endParaRPr sz="1592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524" name="Google Shape;524;g3dea0403f53_0_1146" title="Screenshot 2026-04-14 at 7.21.1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2384" y="2033900"/>
            <a:ext cx="1566052" cy="2130141"/>
          </a:xfrm>
          <a:prstGeom prst="rect">
            <a:avLst/>
          </a:prstGeom>
          <a:noFill/>
          <a:ln>
            <a:noFill/>
          </a:ln>
        </p:spPr>
      </p:pic>
      <p:pic>
        <p:nvPicPr>
          <p:cNvPr id="525" name="Google Shape;525;g3dea0403f53_0_1146" title="Screenshot 2026-04-14 at 7.21.02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950" y="2033900"/>
            <a:ext cx="1724597" cy="213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6" name="Google Shape;526;g3dea0403f53_0_1146" title="Screenshot 2026-04-14 at 7.20.53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21087" y="2033900"/>
            <a:ext cx="1469178" cy="2130141"/>
          </a:xfrm>
          <a:prstGeom prst="rect">
            <a:avLst/>
          </a:prstGeom>
          <a:noFill/>
          <a:ln>
            <a:noFill/>
          </a:ln>
        </p:spPr>
      </p:pic>
      <p:pic>
        <p:nvPicPr>
          <p:cNvPr id="527" name="Google Shape;527;g3dea0403f53_0_1146" title="Screenshot 2026-04-14 at 7.20.42 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576775" y="2405454"/>
            <a:ext cx="1469200" cy="1387034"/>
          </a:xfrm>
          <a:prstGeom prst="rect">
            <a:avLst/>
          </a:prstGeom>
          <a:noFill/>
          <a:ln>
            <a:noFill/>
          </a:ln>
        </p:spPr>
      </p:pic>
      <p:pic>
        <p:nvPicPr>
          <p:cNvPr id="528" name="Google Shape;528;g3dea0403f53_0_1146" title="Screenshot 2026-04-14 at 7.20.38 PM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547499" y="2033900"/>
            <a:ext cx="1863869" cy="21301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dea0403f53_0_15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Phase 3B - Top 3</a:t>
            </a:r>
            <a:endParaRPr/>
          </a:p>
        </p:txBody>
      </p:sp>
      <p:sp>
        <p:nvSpPr>
          <p:cNvPr id="534" name="Google Shape;534;g3dea0403f53_0_1520"/>
          <p:cNvSpPr txBox="1"/>
          <p:nvPr/>
        </p:nvSpPr>
        <p:spPr>
          <a:xfrm>
            <a:off x="975000" y="1017725"/>
            <a:ext cx="71940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975" lIns="90975" spcFirstLastPara="1" rIns="90975" wrap="square" tIns="90975">
            <a:noAutofit/>
          </a:bodyPr>
          <a:lstStyle/>
          <a:p>
            <a:pPr indent="-328532" lvl="0" marL="454891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92"/>
              <a:buFont typeface="Lato"/>
              <a:buChar char="-"/>
            </a:pPr>
            <a:r>
              <a:rPr lang="en" sz="1592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Features </a:t>
            </a:r>
            <a:r>
              <a:rPr lang="en" sz="1592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requested</a:t>
            </a:r>
            <a:r>
              <a:rPr lang="en" sz="1592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in refinement: New SVG glowing icons, 3x3 grid, big win screen, neon paylines, additional wild card symbols, ‘Win Anticipation’ </a:t>
            </a:r>
            <a:endParaRPr sz="1592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535" name="Google Shape;535;g3dea0403f53_0_1520" title="Screenshot_2026-04-14_19-53-4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21013" y="1792485"/>
            <a:ext cx="2955894" cy="312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" name="Google Shape;536;g3dea0403f53_0_1520" title="Screenshot_2026-04-14_19-54-2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95692" y="1792485"/>
            <a:ext cx="2299858" cy="3280623"/>
          </a:xfrm>
          <a:prstGeom prst="rect">
            <a:avLst/>
          </a:prstGeom>
          <a:noFill/>
          <a:ln>
            <a:noFill/>
          </a:ln>
        </p:spPr>
      </p:pic>
      <p:pic>
        <p:nvPicPr>
          <p:cNvPr id="537" name="Google Shape;537;g3dea0403f53_0_1520" title="Screenshot_2026-04-14_19-54-4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5769" y="1792485"/>
            <a:ext cx="2346460" cy="3123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dea0403f53_0_189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Phase 4 and 5 - Final Candidate</a:t>
            </a:r>
            <a:endParaRPr/>
          </a:p>
        </p:txBody>
      </p:sp>
      <p:pic>
        <p:nvPicPr>
          <p:cNvPr id="543" name="Google Shape;543;g3dea0403f53_0_1893" title="ai-slots-final-candidate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39512" y="1081354"/>
            <a:ext cx="4864975" cy="364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3dea1c8f616_2_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Findings</a:t>
            </a:r>
            <a:endParaRPr/>
          </a:p>
        </p:txBody>
      </p:sp>
      <p:sp>
        <p:nvSpPr>
          <p:cNvPr id="549" name="Google Shape;549;g3dea1c8f616_2_18"/>
          <p:cNvSpPr txBox="1"/>
          <p:nvPr>
            <p:ph idx="1" type="subTitle"/>
          </p:nvPr>
        </p:nvSpPr>
        <p:spPr>
          <a:xfrm>
            <a:off x="1967650" y="1777785"/>
            <a:ext cx="1978200" cy="80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With each iteration, we saw a decent jump in features</a:t>
            </a:r>
            <a:endParaRPr/>
          </a:p>
        </p:txBody>
      </p:sp>
      <p:sp>
        <p:nvSpPr>
          <p:cNvPr id="550" name="Google Shape;550;g3dea1c8f616_2_18"/>
          <p:cNvSpPr txBox="1"/>
          <p:nvPr>
            <p:ph idx="2" type="subTitle"/>
          </p:nvPr>
        </p:nvSpPr>
        <p:spPr>
          <a:xfrm>
            <a:off x="5198152" y="2137272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Once the code was made a certain way it was hard to correct</a:t>
            </a:r>
            <a:endParaRPr/>
          </a:p>
        </p:txBody>
      </p:sp>
      <p:sp>
        <p:nvSpPr>
          <p:cNvPr id="551" name="Google Shape;551;g3dea1c8f616_2_18"/>
          <p:cNvSpPr txBox="1"/>
          <p:nvPr>
            <p:ph idx="3" type="subTitle"/>
          </p:nvPr>
        </p:nvSpPr>
        <p:spPr>
          <a:xfrm>
            <a:off x="1967650" y="3518083"/>
            <a:ext cx="1978200" cy="13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Narrow in on what features you want, as the LLM does best with direct tasks over ambiguity </a:t>
            </a:r>
            <a:endParaRPr/>
          </a:p>
        </p:txBody>
      </p:sp>
      <p:sp>
        <p:nvSpPr>
          <p:cNvPr id="552" name="Google Shape;552;g3dea1c8f616_2_18"/>
          <p:cNvSpPr txBox="1"/>
          <p:nvPr>
            <p:ph idx="4" type="subTitle"/>
          </p:nvPr>
        </p:nvSpPr>
        <p:spPr>
          <a:xfrm>
            <a:off x="5198152" y="3518067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Keep an eye out and be aware when your prompts undo progress</a:t>
            </a:r>
            <a:endParaRPr/>
          </a:p>
        </p:txBody>
      </p:sp>
      <p:sp>
        <p:nvSpPr>
          <p:cNvPr id="553" name="Google Shape;553;g3dea1c8f616_2_18"/>
          <p:cNvSpPr txBox="1"/>
          <p:nvPr>
            <p:ph idx="5" type="subTitle"/>
          </p:nvPr>
        </p:nvSpPr>
        <p:spPr>
          <a:xfrm>
            <a:off x="1967648" y="1471834"/>
            <a:ext cx="19782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Refinement Works!</a:t>
            </a:r>
            <a:endParaRPr/>
          </a:p>
        </p:txBody>
      </p:sp>
      <p:sp>
        <p:nvSpPr>
          <p:cNvPr id="554" name="Google Shape;554;g3dea1c8f616_2_18"/>
          <p:cNvSpPr txBox="1"/>
          <p:nvPr>
            <p:ph idx="6" type="subTitle"/>
          </p:nvPr>
        </p:nvSpPr>
        <p:spPr>
          <a:xfrm>
            <a:off x="5198150" y="1831330"/>
            <a:ext cx="19782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Little Difference in </a:t>
            </a:r>
            <a:r>
              <a:rPr lang="en"/>
              <a:t>Code Quality</a:t>
            </a:r>
            <a:endParaRPr/>
          </a:p>
        </p:txBody>
      </p:sp>
      <p:sp>
        <p:nvSpPr>
          <p:cNvPr id="555" name="Google Shape;555;g3dea1c8f616_2_18"/>
          <p:cNvSpPr txBox="1"/>
          <p:nvPr>
            <p:ph idx="7" type="subTitle"/>
          </p:nvPr>
        </p:nvSpPr>
        <p:spPr>
          <a:xfrm>
            <a:off x="1967648" y="3212175"/>
            <a:ext cx="19782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Depth vs </a:t>
            </a:r>
            <a:r>
              <a:rPr lang="en"/>
              <a:t>Breadth</a:t>
            </a:r>
            <a:endParaRPr/>
          </a:p>
        </p:txBody>
      </p:sp>
      <p:sp>
        <p:nvSpPr>
          <p:cNvPr id="556" name="Google Shape;556;g3dea1c8f616_2_18"/>
          <p:cNvSpPr txBox="1"/>
          <p:nvPr>
            <p:ph idx="8" type="subTitle"/>
          </p:nvPr>
        </p:nvSpPr>
        <p:spPr>
          <a:xfrm>
            <a:off x="5198150" y="3212175"/>
            <a:ext cx="19782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Stuff Breaks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AI Essentials Workshop by Slidesgo">
  <a:themeElements>
    <a:clrScheme name="Simple Light">
      <a:dk1>
        <a:srgbClr val="0C343D"/>
      </a:dk1>
      <a:lt1>
        <a:srgbClr val="F3F7F8"/>
      </a:lt1>
      <a:dk2>
        <a:srgbClr val="134F5C"/>
      </a:dk2>
      <a:lt2>
        <a:srgbClr val="45818E"/>
      </a:lt2>
      <a:accent1>
        <a:srgbClr val="76A5AF"/>
      </a:accent1>
      <a:accent2>
        <a:srgbClr val="D9EAD3"/>
      </a:accent2>
      <a:accent3>
        <a:srgbClr val="88ADA5"/>
      </a:accent3>
      <a:accent4>
        <a:srgbClr val="F3F3F3"/>
      </a:accent4>
      <a:accent5>
        <a:srgbClr val="FFFFFF"/>
      </a:accent5>
      <a:accent6>
        <a:srgbClr val="FFFFFF"/>
      </a:accent6>
      <a:hlink>
        <a:srgbClr val="0C343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